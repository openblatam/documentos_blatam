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Resumen Final - Mejoras Arquitectónicas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Resumen Final - Mejoras Arquitectónicas</a:t>
            </a:r>
          </a:p>
          <a:p>
            <a:r>
              <a:t>Secciones: 29</a:t>
            </a:r>
          </a:p>
          <a:p>
            <a:r>
              <a:t>Tablas: 1</a:t>
            </a:r>
          </a:p>
          <a:p>
            <a:r>
              <a:t>Palabras: 974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MEJORAS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MEJORAS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MEJORAS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MEJORAS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 - Mejoras Arquitectónicas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 han completado exitosamente **6 fases de mejoras arquitectónicas** que han transformado completamente la estructura del código de producción. El código ahora sigue principios de arquitectura limpia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de Todas las Fases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Totales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Archivos y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production_code/</a:t>
            </a:r>
          </a:p>
          <a:p>
            <a:pPr/>
            <a:r>
              <a:t>api/                          #  Presentation Layer</a:t>
            </a:r>
          </a:p>
          <a:p>
            <a:pPr/>
            <a:r>
              <a:t>routes/                   #  8 módulos organizados</a:t>
            </a:r>
          </a:p>
          <a:p>
            <a:pPr/>
            <a:r>
              <a:t>auth.py                   #  OptionalAuth</a:t>
            </a:r>
          </a:p>
          <a:p>
            <a:pPr/>
            <a:r>
              <a:t>middleware.py             #  Todos los middlewares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Disponible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**`MEJORAS_ARQUITECTURA_COMPLETAS.md`** - Resumen ejecutivo completo</a:t>
            </a:r>
          </a:p>
          <a:p>
            <a:pPr/>
            <a:r>
              <a:t>2. **`ARCHITECTURE_IMPROVEMENTS.md`** - Plan detallado de mejoras</a:t>
            </a:r>
          </a:p>
          <a:p>
            <a:pPr/>
            <a:r>
              <a:t>3. **`MEJORAS_ADICIONALES_RECOMENDADAS.md`** - Mejoras futuras sugeridas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