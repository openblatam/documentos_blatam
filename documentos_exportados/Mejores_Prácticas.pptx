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86A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Mejores Prácticas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18F01"/>
                </a:solidFill>
              </a:defRPr>
            </a:pPr>
            <a:r>
              <a:t>Documentación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Generado el 24 de November de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Ejecutivo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de Palabras: 912</a:t>
            </a:r>
          </a:p>
          <a:p>
            <a:pPr/>
            <a:r>
              <a:t>Total de Secciones: 72</a:t>
            </a:r>
          </a:p>
          <a:p>
            <a:pPr/>
            <a:r>
              <a:t>Bloques de Código: 10</a:t>
            </a:r>
          </a:p>
          <a:p>
            <a:pPr/>
            <a:r>
              <a:t>Legibilidad: 100.0/100</a:t>
            </a:r>
          </a:p>
          <a:p>
            <a:pPr/>
            <a:r>
              <a:t>Complejidad: 27.20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es_Prácticas_sec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es_Prácticas_metric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ejores_Prácticas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Estructura del Documento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• ✨ Mejores Prácticas - Documentos BLATAM</a:t>
            </a:r>
          </a:p>
          <a:p>
            <a:pPr lvl="1"/>
            <a:r>
              <a:t>  • 📋 Tabla de Contenidos</a:t>
            </a:r>
          </a:p>
          <a:p>
            <a:pPr lvl="1"/>
            <a:r>
              <a:t>  • 📝 Uso de Templates</a:t>
            </a:r>
          </a:p>
          <a:p>
            <a:pPr lvl="2"/>
            <a:r>
              <a:t>    • ✅ Hacer</a:t>
            </a:r>
          </a:p>
          <a:p>
            <a:pPr lvl="2"/>
            <a:r>
              <a:t>    • ❌ Evitar</a:t>
            </a:r>
          </a:p>
          <a:p>
            <a:pPr lvl="2"/>
            <a:r>
              <a:t>    • 💡 Ejemplo Correcto</a:t>
            </a:r>
          </a:p>
          <a:p>
            <a:pPr/>
            <a:r>
              <a:t>• Template original (NO modificar)</a:t>
            </a:r>
          </a:p>
          <a:p>
            <a:pPr/>
            <a:r>
              <a:t>• Tu versión personalizada (SÍ modificar)</a:t>
            </a:r>
          </a:p>
          <a:p>
            <a:pPr lvl="1"/>
            <a:r>
              <a:t>  • 🎨 Personalización</a:t>
            </a:r>
          </a:p>
          <a:p>
            <a:pPr lvl="2"/>
            <a:r>
              <a:t>    • Variables Comunes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