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Refactoring Plan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Resumen ejecutivo generado el 25/11/2025 10:30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Métricas Principales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Líneas: 469</a:t>
            </a:r>
          </a:p>
          <a:p>
            <a:r>
              <a:t>Palabras: 1,890</a:t>
            </a:r>
          </a:p>
          <a:p>
            <a:r>
              <a:t>Secciones: 51</a:t>
            </a:r>
          </a:p>
          <a:p>
            <a:r>
              <a:t>Bloques de código: 3</a:t>
            </a:r>
          </a:p>
          <a:p>
            <a:r>
              <a:t>Complejidad: 41.4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Puntos Clave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**Date**: 2025-01-27   **Status**: Analysis Complete - Ready for Implementation</a:t>
            </a:r>
          </a:p>
          <a:p>
            <a:r>
              <a:t>This document outlines a comprehensive refactoring plan for the `production_code` directory to improve code organization, eliminate duplication, resolve import inconsistencies, and align with the documented layered architecture.</a:t>
            </a:r>
          </a:p>
          <a:p>
            <a:r>
              <a:t>**Current State:** - `api_utils.py` (root, 268 lines) - Tensor validation functions - `core/api_utils.py` (231 lines) - FastAPI/Flask helpers, HTTP clients - `api/api_utils.py` (180 lines) - API route validation functions</a:t>
            </a:r>
          </a:p>
          <a:p>
            <a:r>
              <a:t>**Problem:** - Overlapping functionality - Inconsistent import paths - Confusion about which file to use</a:t>
            </a:r>
          </a:p>
          <a:p>
            <a:r>
              <a:t>**Option A (Recommended):** Keep separate but clarify purposes - `api/api_utils.py` → Keep for API route validation (domain-specific) - `core/api_utils.py` → Keep for general HTTP/web utilities (reusable) - `api_utils.py` (root) → **DEPRECATE** and migrate to `api/api_utils.py`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Alertas / Riesgos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Advertencias: L177: **Current Issue:**, L252: - **Issue**: Doesn't use new `api/routes/` structure</a:t>
            </a:r>
          </a:p>
          <a:p>
            <a:r>
              <a:t>Notas críticas: L341: 3. Create integration tests for critical paths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Visualizaciones Clave</a:t>
            </a:r>
          </a:p>
        </p:txBody>
      </p:sp>
      <p:pic>
        <p:nvPicPr>
          <p:cNvPr id="3" name="Picture 2" descr="REFACTORING_PLAN_analisis_compl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657600" cy="2743200"/>
          </a:xfrm>
          <a:prstGeom prst="rect">
            <a:avLst/>
          </a:prstGeom>
        </p:spPr>
      </p:pic>
      <p:pic>
        <p:nvPicPr>
          <p:cNvPr id="4" name="Picture 3" descr="REFACTORING_PLAN_estructura_mejora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3716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