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Resumen de Integración: Terraform State Management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Resumen de Integración: Terraform State Management</a:t>
            </a:r>
          </a:p>
          <a:p>
            <a:r>
              <a:t>Secciones: 26</a:t>
            </a:r>
          </a:p>
          <a:p>
            <a:r>
              <a:t>Tablas: 0</a:t>
            </a:r>
          </a:p>
          <a:p>
            <a:r>
              <a:t>Palabras: 902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EGRATION_SUMMARY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EGRATION_SUMMARY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 Integración: Terraform 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Este documento resume la integración completa de las mejores prácticas de gestión de estado de Terraform en el proyecto.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Implementación Completada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Configuración de Backends Remotos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Separación por Entornos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Scripts de Utilidad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Documentación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Integración con Makefile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Archivos Creados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infra/terraform/</a:t>
            </a:r>
          </a:p>
          <a:p>
            <a:pPr/>
            <a:r>
              <a:t>backend-aws.tf                  # Referencia backend AWS</a:t>
            </a:r>
          </a:p>
          <a:p>
            <a:pPr/>
            <a:r>
              <a:t>backend-azure.tf                # Referencia backend Azure</a:t>
            </a:r>
          </a:p>
          <a:p>
            <a:pPr/>
            <a:r>
              <a:t>backend-configs/                # Configuraciones por entorno</a:t>
            </a:r>
          </a:p>
          <a:p>
            <a:pPr/>
            <a:r>
              <a:t>backend-dev-aws.hcl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Uso Típico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