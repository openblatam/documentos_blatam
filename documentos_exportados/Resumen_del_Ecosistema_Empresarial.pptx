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Resumen del Ecosistema Empresarial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Estrategia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1,180</a:t>
            </a:r>
          </a:p>
          <a:p>
            <a:pPr/>
            <a:r>
              <a:t>Total de Secciones: 44</a:t>
            </a:r>
          </a:p>
          <a:p>
            <a:pPr/>
            <a:r>
              <a:t>Bloques de Código: 0</a:t>
            </a:r>
          </a:p>
          <a:p>
            <a:pPr/>
            <a:r>
              <a:t>Legibilidad: 100.0/100</a:t>
            </a:r>
          </a:p>
          <a:p>
            <a:pPr/>
            <a:r>
              <a:t>Complejidad: 17.30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del_Ecosistema_Empresarial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del_Ecosistema_Empresarial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del_Ecosistema_Empresaria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🌟 Documentos Blatam - Ecosystem Summary</a:t>
            </a:r>
          </a:p>
          <a:p>
            <a:pPr lvl="1"/>
            <a:r>
              <a:t>  • 📚 Complete Documentation Ecosystem Overview</a:t>
            </a:r>
          </a:p>
          <a:p>
            <a:pPr lvl="2"/>
            <a:r>
              <a:t>    • 🎯 **Ecosystem Statistics**</a:t>
            </a:r>
          </a:p>
          <a:p>
            <a:pPr lvl="1"/>
            <a:r>
              <a:t>  • 🚀 **Core Business Domains**</a:t>
            </a:r>
          </a:p>
          <a:p>
            <a:pPr lvl="2"/>
            <a:r>
              <a:t>    • **🤖 AI &amp; Machine Learning**</a:t>
            </a:r>
          </a:p>
          <a:p>
            <a:pPr lvl="2"/>
            <a:r>
              <a:t>    • **🏢 Business Strategy &amp; Planning**</a:t>
            </a:r>
          </a:p>
          <a:p>
            <a:pPr lvl="2"/>
            <a:r>
              <a:t>    • **💻 Technology &amp; Digital**</a:t>
            </a:r>
          </a:p>
          <a:p>
            <a:pPr lvl="2"/>
            <a:r>
              <a:t>    • **⚙️ Operations &amp; Management**</a:t>
            </a:r>
          </a:p>
          <a:p>
            <a:pPr lvl="2"/>
            <a:r>
              <a:t>    • **📋 Project &amp; Delivery**</a:t>
            </a:r>
          </a:p>
          <a:p>
            <a:pPr lvl="2"/>
            <a:r>
              <a:t>    • **👥 Human Resources &amp; Leadership**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