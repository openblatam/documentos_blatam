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Índice de Documentación - Production Code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Índice de Documentación - Production Code</a:t>
            </a:r>
          </a:p>
          <a:p>
            <a:r>
              <a:t>Secciones: 35</a:t>
            </a:r>
          </a:p>
          <a:p>
            <a:r>
              <a:t>Tablas: 0</a:t>
            </a:r>
          </a:p>
          <a:p>
            <a:r>
              <a:t>Palabras: 617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CE_DOCUMENTACION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CE_DOCUMENTACION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CE_DOCUMENTACION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de Documentación - Production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Mejoras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**`RESUMEN_FINAL_MEJORAS.md`**  - **EMPEZAR AQUÍ**</a:t>
            </a:r>
          </a:p>
          <a:p>
            <a:pPr/>
            <a:r>
              <a:t>2. **`MEJORAS_ARQUITECTURA_COMPLETAS.md`**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por Fase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API Utils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API Entry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Import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Config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