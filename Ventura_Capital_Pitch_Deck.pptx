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VENTURA CAPITAL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F75B5"/>
                </a:solidFill>
              </a:defRPr>
            </a:pPr>
            <a:r>
              <a:t>SaaS IA Marketing &amp; Copywriting</a:t>
            </a:r>
          </a:p>
          <a:p>
            <a:r>
              <a:t>Investment Opportunity - Series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marketing digital en LATAM es ineficiente y costoso.</a:t>
            </a:r>
          </a:p>
          <a:p>
            <a:r>
              <a:t>• Agencias tradicionales son lentas y caras.</a:t>
            </a:r>
          </a:p>
          <a:p>
            <a:r>
              <a:t>• Herramientas de IA actuales (Jasper/Copy.ai) no entienden el contexto cultural LATAM.</a:t>
            </a:r>
          </a:p>
          <a:p>
            <a:r>
              <a:t>• Las empresas pierden 40% de presupuesto en contenido que no convierte.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La Solución: Ventura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de IA Generativa nativa para LATAM.</a:t>
            </a:r>
          </a:p>
          <a:p>
            <a:r>
              <a:t>• Entrenada con dialectos y contextos culturales específicos de la región.</a:t>
            </a:r>
          </a:p>
          <a:p>
            <a:r>
              <a:t>• Generación de campañas completas en segundos, no días.</a:t>
            </a:r>
          </a:p>
          <a:p>
            <a:r>
              <a:t>• 30% más económica que competidores globales.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Oportunidad de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Mercado Total Direccionable (TAM) en expansión.</a:t>
            </a:r>
          </a:p>
          <a:p>
            <a:pPr>
              <a:defRPr b="1"/>
            </a:pPr>
            <a:r>
              <a:t>TAM: $2.8 Billones (Mercado MarTech LATAM)</a:t>
            </a:r>
          </a:p>
          <a:p>
            <a:r>
              <a:t>SAM: $280 Millones (Empresas Digitales)</a:t>
            </a:r>
          </a:p>
          <a:p>
            <a:r>
              <a:t>SOM: $28 Millones (Objetivo a 3 años)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Tracción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Crecimiento validado y eficiente.</a:t>
            </a:r>
          </a:p>
          <a:p>
            <a:r>
              <a:t>• ARR: $139K (Creciendo 20% MoM)</a:t>
            </a:r>
          </a:p>
          <a:p>
            <a:r>
              <a:t>• Usuarios Activos: 500+</a:t>
            </a:r>
          </a:p>
          <a:p>
            <a:r>
              <a:t>• LTV/CAC: 9:1 (Unit Economics Saludables)</a:t>
            </a:r>
          </a:p>
          <a:p>
            <a:r>
              <a:t>• Churn: 5% (vs 8% promedio industria)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 B2B Recurrente</a:t>
            </a:r>
          </a:p>
          <a:p>
            <a:r>
              <a:t>• Freemium: Entrada gratuita limitada.</a:t>
            </a:r>
          </a:p>
          <a:p>
            <a:r>
              <a:t>• Pro Plan: $29/mes (Solopreneurs).</a:t>
            </a:r>
          </a:p>
          <a:p>
            <a:r>
              <a:t>• Business Plan: $99/mes (Agencias/Pymes).</a:t>
            </a:r>
          </a:p>
          <a:p>
            <a:r>
              <a:t>• Enterprise: Custom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Ventaja Competitiva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 qué ganamos en LATAM</a:t>
            </a:r>
          </a:p>
          <a:p>
            <a:r>
              <a:t>• Global Players (Jasper, Copy.ai): Costosos, inglés-centricos, genéricos.</a:t>
            </a:r>
          </a:p>
          <a:p>
            <a:r>
              <a:t>• Ventura AI: Localización profunda, soporte en español nativo, integraciones locales (MercadoLibre, TiendaNube).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Proyecciones Financieras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Camino a $3.6M ARR en 2026</a:t>
            </a:r>
          </a:p>
          <a:p>
            <a:r>
              <a:t>• 2024 (Actual): $139K ARR</a:t>
            </a:r>
          </a:p>
          <a:p>
            <a:r>
              <a:t>• 2025 (Est): $1.46M ARR</a:t>
            </a:r>
          </a:p>
          <a:p>
            <a:r>
              <a:t>• 2026 (Est): $3.60M ARR</a:t>
            </a:r>
          </a:p>
          <a:p>
            <a:r>
              <a:t>• EBITDA Positivo proyectado para Q4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03764"/>
                </a:solidFill>
              </a:defRPr>
            </a:pPr>
            <a:r>
              <a:t>La Propuesta de Inversión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Buscamos $2.0M Series A</a:t>
            </a:r>
          </a:p>
          <a:p>
            <a:r>
              <a:t>Uso de Fondos:</a:t>
            </a:r>
          </a:p>
          <a:p>
            <a:pPr lvl="1"/>
            <a:r>
              <a:t>• 40% Desarrollo de Producto (Modelos propios)</a:t>
            </a:r>
          </a:p>
          <a:p>
            <a:pPr lvl="1"/>
            <a:r>
              <a:t>• 35% Ventas y Marketing (Expansión MX y BR)</a:t>
            </a:r>
          </a:p>
          <a:p>
            <a:pPr lvl="1"/>
            <a:r>
              <a:t>• 25% Operaciones y Equipo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03764"/>
                </a:solidFill>
              </a:defRPr>
            </a:pPr>
            <a:r>
              <a:t>Gracias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ceo@venturacapital.ai</a:t>
            </a:r>
          </a:p>
          <a:p>
            <a:r>
              <a:t>www.venturacapital.ai</a:t>
            </a:r>
          </a:p>
          <a:p>
            <a:r>
              <a:t>+52 55 1234 5678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