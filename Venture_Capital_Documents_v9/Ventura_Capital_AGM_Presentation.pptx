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2025 ANNUAL GENERAL MEETING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Ventura Capital Fund I</a:t>
            </a:r>
          </a:p>
          <a:p>
            <a:r>
              <a:t>Adan Munoz, General Partner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of the Union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2025 was a defining year for AI infrastructure.</a:t>
            </a:r>
          </a:p>
          <a:p>
            <a:r>
              <a:t>Ventura Capital deployed $40M across 8 core investments.</a:t>
            </a:r>
          </a:p>
          <a:p>
            <a:r>
              <a:t>Our thesis on 'Moat Building' is proving resilient in a crowded market.</a:t>
            </a:r>
          </a:p>
          <a:p>
            <a:r>
              <a:t>We have established ourselves as the premier 'Scale-Up' partner.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TVPI: 1.85x (Top Quartile for Vintage 2024)</a:t>
            </a:r>
          </a:p>
          <a:p>
            <a:r>
              <a:t>DPI (Distributions): 0.15x (Early secondary liquidity event)</a:t>
            </a:r>
          </a:p>
          <a:p>
            <a:r>
              <a:t>IRR: 42% (Net to LPs)</a:t>
            </a:r>
          </a:p>
          <a:p>
            <a:r>
              <a:t>No write-offs to date.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Stars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NEXUS AI: Raised Series B at $500M Val. (3x Markup)</a:t>
            </a:r>
          </a:p>
          <a:p>
            <a:r>
              <a:t>ROBOLOGIC: Signed Tesla &amp; Ford. Approaching $10M ARR.</a:t>
            </a:r>
          </a:p>
          <a:p>
            <a:r>
              <a:t>SYNTHGEN: FDA breakthrough. Potential IPO candidate for 2027.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for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Double down on 'Agentic AI' workflows.</a:t>
            </a:r>
          </a:p>
          <a:p>
            <a:r>
              <a:t>2. Expand Platform Services (Compute Cluster).</a:t>
            </a:r>
          </a:p>
          <a:p>
            <a:r>
              <a:t>3. Launch Fund II fundraising (Target $250M) in Q3.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