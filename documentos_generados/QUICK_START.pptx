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Quick Start Guide - Production Code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Quick Start Guide - Production Code</a:t>
            </a:r>
          </a:p>
          <a:p>
            <a:r>
              <a:t>Secciones: 40</a:t>
            </a:r>
          </a:p>
          <a:p>
            <a:r>
              <a:t>Tablas: 0</a:t>
            </a:r>
          </a:p>
          <a:p>
            <a:r>
              <a:t>Palabras: 476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ICK_START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ICK_START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ICK_START_temp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 Guide - Production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Inicio Rápido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Instalación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Clonar repositorio (si aplica)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git clone &lt;repository-url&gt;</a:t>
            </a:r>
          </a:p>
          <a:p>
            <a:pPr/>
            <a:r>
              <a:t>cd production_code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Instalar dependencias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pip install -r requirements.txt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Iniciar el Servidor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1: Usar el script de entrada (Recomendado)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api_server.py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2: Usar uvicorn directamente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uvicorn application:app --host 0.0.0.0 --port 8000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Opción 3: Con reload para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api_server.py --reload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Acceder a la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