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Documentación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808</a:t>
            </a:r>
          </a:p>
          <a:p>
            <a:pPr/>
            <a:r>
              <a:t>Total de Secciones: 54</a:t>
            </a:r>
          </a:p>
          <a:p>
            <a:pPr/>
            <a:r>
              <a:t>Bloques de Código: 5</a:t>
            </a:r>
          </a:p>
          <a:p>
            <a:pPr/>
            <a:r>
              <a:t>Legibilidad: 100.0/100</a:t>
            </a:r>
          </a:p>
          <a:p>
            <a:pPr/>
            <a:r>
              <a:t>Complejidad: 20.90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guntas_Frecuentes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guntas_Frecuentes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guntas_Frecuentes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❓ Preguntas Frecuentes (FAQ) - Documentos BLATAM</a:t>
            </a:r>
          </a:p>
          <a:p>
            <a:pPr lvl="1"/>
            <a:r>
              <a:t>  • 📋 Tabla de Contenidos</a:t>
            </a:r>
          </a:p>
          <a:p>
            <a:pPr lvl="1"/>
            <a:r>
              <a:t>  • 🌐 General</a:t>
            </a:r>
          </a:p>
          <a:p>
            <a:pPr lvl="2"/>
            <a:r>
              <a:t>    • ¿Qué es Documentos BLATAM?</a:t>
            </a:r>
          </a:p>
          <a:p>
            <a:pPr lvl="2"/>
            <a:r>
              <a:t>    • ¿Es gratuito?</a:t>
            </a:r>
          </a:p>
          <a:p>
            <a:pPr lvl="2"/>
            <a:r>
              <a:t>    • ¿Necesito instalar algo?</a:t>
            </a:r>
          </a:p>
          <a:p>
            <a:pPr lvl="2"/>
            <a:r>
              <a:t>    • ¿Qué idiomas están disponibles?</a:t>
            </a:r>
          </a:p>
          <a:p>
            <a:pPr lvl="1"/>
            <a:r>
              <a:t>  • 📝 Uso</a:t>
            </a:r>
          </a:p>
          <a:p>
            <a:pPr lvl="2"/>
            <a:r>
              <a:t>    • ¿Por dónde empiezo?</a:t>
            </a:r>
          </a:p>
          <a:p>
            <a:pPr lvl="2"/>
            <a:r>
              <a:t>    • ¿Cómo encuentro lo que busco?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