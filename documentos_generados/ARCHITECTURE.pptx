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Arquitectura Mejorada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Arquitectura Mejorada</a:t>
            </a:r>
          </a:p>
          <a:p>
            <a:r>
              <a:t>Secciones: 11</a:t>
            </a:r>
          </a:p>
          <a:p>
            <a:r>
              <a:t>Tablas: 0</a:t>
            </a:r>
          </a:p>
          <a:p>
            <a:r>
              <a:t>Palabras: 433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Mejorada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 Capas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 arquitectura ha sido refactorizada siguiendo principios de diseño limpio y separación de responsabilidades:</a:t>
            </a:r>
          </a:p>
          <a:p>
            <a:pPr/>
            <a:r>
              <a:t>production_code/</a:t>
            </a:r>
          </a:p>
          <a:p>
            <a:pPr/>
            <a:r>
              <a:t>api/                    # Capa de API (Presentación)</a:t>
            </a:r>
          </a:p>
          <a:p>
            <a:pPr/>
            <a:r>
              <a:t>routes/            # Rutas organizadas por dominio</a:t>
            </a:r>
          </a:p>
          <a:p>
            <a:pPr/>
            <a:r>
              <a:t>memory.py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Principios de Diseño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Separación de Responsabilidades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Inyección de Dependencias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Los servicios se inyectan a través de FastAPI's `Depends()`:</a:t>
            </a:r>
          </a:p>
          <a:p>
            <a:pPr/>
            <a:r>
              <a:t>@router.post("/store")</a:t>
            </a:r>
          </a:p>
          <a:p>
            <a:pPr/>
            <a:r>
              <a:t>async def store_episode(</a:t>
            </a:r>
          </a:p>
          <a:p>
            <a:pPr/>
            <a:r>
              <a:t>request: MemoryStoreRequest,</a:t>
            </a:r>
          </a:p>
          <a:p>
            <a:pPr/>
            <a:r>
              <a:t>service: MemoryService = Depends(get_memory_service)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Gestión del Ciclo de Vida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 aplicación usa `lifespan` context manager para inicializar y limpiar recursos:</a:t>
            </a:r>
          </a:p>
          <a:p>
            <a:pPr/>
            <a:r>
              <a:t>@asynccontextmanager</a:t>
            </a:r>
          </a:p>
          <a:p>
            <a:pPr/>
            <a:r>
              <a:t>async def lifespan(app: FastAPI):</a:t>
            </a:r>
          </a:p>
          <a:p>
            <a:pPr/>
            <a:r>
              <a:t># Startup</a:t>
            </a:r>
          </a:p>
          <a:p>
            <a:pPr/>
            <a:r>
              <a:t>initialize_services(...)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Manejo de Errores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Request → API Route → Validation → Service → Pipeline/Module → Response</a:t>
            </a:r>
          </a:p>
          <a:p>
            <a:pPr/>
            <a:r>
              <a:t>1. **Request**: Llega a la ruta API</a:t>
            </a:r>
          </a:p>
          <a:p>
            <a:pPr/>
            <a:r>
              <a:t>2. **Validation**: `api_utils` valida y convierte datos</a:t>
            </a:r>
          </a:p>
          <a:p>
            <a:pPr/>
            <a:r>
              <a:t>3. **Service**: Ejecuta lógica de negocio</a:t>
            </a:r>
          </a:p>
          <a:p>
            <a:pPr/>
            <a:r>
              <a:t>4. **Pipeline/Module**: Accede a módulos de bajo nivel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 la Nueva 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**Testabilidad**: Servicios pueden ser testeados independientemente</a:t>
            </a:r>
          </a:p>
          <a:p>
            <a:pPr/>
            <a:r>
              <a:t>2. **Mantenibilidad**: Código organizado por responsabilidades</a:t>
            </a:r>
          </a:p>
          <a:p>
            <a:pPr/>
            <a:r>
              <a:t>3. **Escalabilidad**: Fácil agregar nuevos endpoints y servicios</a:t>
            </a:r>
          </a:p>
          <a:p>
            <a:pPr/>
            <a:r>
              <a:t>4. **Reutilización**: Servicios pueden ser usados por CLI, API, u otros interfaces</a:t>
            </a:r>
          </a:p>
          <a:p>
            <a:pPr/>
            <a:r>
              <a:t>5. **Separación de Concerns**: Cambios en una capa no afectan otras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Migración desde api_unified.py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El archivo `api_unified.py` sigue disponible para compatibilidad, pero se recomienda usar:</a:t>
            </a:r>
          </a:p>
          <a:p>
            <a:pPr/>
            <a:r>
              <a:t>from application import create_app</a:t>
            </a:r>
          </a:p>
          <a:p>
            <a:pPr/>
            <a:r>
              <a:t>app = create_app()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