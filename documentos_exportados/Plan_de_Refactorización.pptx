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Plan de Refactorización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18F01"/>
                </a:solidFill>
              </a:defRPr>
            </a:pPr>
            <a:r>
              <a:t>Desarrollo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de Palabras: 1,890</a:t>
            </a:r>
          </a:p>
          <a:p>
            <a:pPr/>
            <a:r>
              <a:t>Total de Secciones: 51</a:t>
            </a:r>
          </a:p>
          <a:p>
            <a:pPr/>
            <a:r>
              <a:t>Bloques de Código: 3</a:t>
            </a:r>
          </a:p>
          <a:p>
            <a:pPr/>
            <a:r>
              <a:t>Legibilidad: 100.0/100</a:t>
            </a:r>
          </a:p>
          <a:p>
            <a:pPr/>
            <a:r>
              <a:t>Complejidad: 16.50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an_de_Refactorización_sec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an_de_Refactorización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an_de_Refactorizació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Documento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🔄 Refactoring Plan - Production Code</a:t>
            </a:r>
          </a:p>
          <a:p>
            <a:pPr lvl="1"/>
            <a:r>
              <a:t>  • 📊 Executive Summary</a:t>
            </a:r>
          </a:p>
          <a:p>
            <a:pPr lvl="2"/>
            <a:r>
              <a:t>    • Key Issues Identified</a:t>
            </a:r>
          </a:p>
          <a:p>
            <a:pPr lvl="1"/>
            <a:r>
              <a:t>  • 🎯 Refactoring Goals</a:t>
            </a:r>
          </a:p>
          <a:p>
            <a:pPr lvl="1"/>
            <a:r>
              <a:t>  • 📋 Detailed Refactoring Tasks</a:t>
            </a:r>
          </a:p>
          <a:p>
            <a:pPr lvl="2"/>
            <a:r>
              <a:t>    • Phase 1: Utility Files Consolidation</a:t>
            </a:r>
          </a:p>
          <a:p>
            <a:pPr lvl="2"/>
            <a:r>
              <a:t>      • 1.1 Consolidate `api_utils.py` Files</a:t>
            </a:r>
          </a:p>
          <a:p>
            <a:pPr lvl="2"/>
            <a:r>
              <a:t>    • Phase 2: API Entry Points Consolidation</a:t>
            </a:r>
          </a:p>
          <a:p>
            <a:pPr lvl="2"/>
            <a:r>
              <a:t>      • 2.1 Unify API Entry Points</a:t>
            </a:r>
          </a:p>
          <a:p>
            <a:pPr lvl="2"/>
            <a:r>
              <a:t>    • Phase 3: Import Path Standardization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