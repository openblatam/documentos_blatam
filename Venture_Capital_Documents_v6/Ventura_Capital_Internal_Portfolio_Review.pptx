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PORTFOLIO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Q3 2025 |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Health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Green (Performing): 65% of NAV</a:t>
            </a:r>
          </a:p>
          <a:p>
            <a:pPr lvl="1"/>
            <a:r>
              <a:t>• Meeting or exceeding revenue targets.</a:t>
            </a:r>
            <a:br/>
            <a:r>
              <a:t>• Runway &gt; 18 months.</a:t>
            </a:r>
          </a:p>
          <a:p>
            <a:pPr/>
            <a:r>
              <a:t>Yellow (Watchlist): 25% of NAV</a:t>
            </a:r>
          </a:p>
          <a:p>
            <a:pPr lvl="1"/>
            <a:r>
              <a:t>• Missed last quarter targets.</a:t>
            </a:r>
            <a:br/>
            <a:r>
              <a:t>• Hiring delays.</a:t>
            </a:r>
          </a:p>
          <a:p>
            <a:pPr/>
            <a:r>
              <a:t>Red (Critical): 10% of NAV</a:t>
            </a:r>
          </a:p>
          <a:p>
            <a:pPr lvl="1"/>
            <a:r>
              <a:t>• Runway &lt; 6 months.</a:t>
            </a:r>
            <a:br/>
            <a:r>
              <a:t>• Pivot required.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Valuation Updates (Mark-to-Market)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Upward Adjustments:</a:t>
            </a:r>
          </a:p>
          <a:p>
            <a:pPr lvl="1"/>
            <a:r>
              <a:t>• Nexus AI: Marked up to Last Round (Series B). Impact: +$5M NAV.</a:t>
            </a:r>
          </a:p>
          <a:p>
            <a:pPr/>
            <a:r>
              <a:t>Downward Adjustments:</a:t>
            </a:r>
          </a:p>
          <a:p>
            <a:pPr lvl="1"/>
            <a:r>
              <a:t>• LegacyTech Inc: Impairment of 50% due to lost contract.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 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Support Nexus AI with executive hiring (CFO search).</a:t>
            </a:r>
          </a:p>
          <a:p>
            <a:pPr lvl="1"/>
            <a:r>
              <a:t>2. Deep dive restructuring session with LegacyTech Inc.</a:t>
            </a:r>
          </a:p>
          <a:p>
            <a:pPr/>
            <a:r>
              <a:t>3. Prepare AGM materials for LPs.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