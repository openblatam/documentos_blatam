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Mejoras Arquitectónicas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18F01"/>
                </a:solidFill>
              </a:defRPr>
            </a:pPr>
            <a: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de Palabras: 1,577</a:t>
            </a:r>
          </a:p>
          <a:p>
            <a:pPr/>
            <a:r>
              <a:t>Total de Secciones: 39</a:t>
            </a:r>
          </a:p>
          <a:p>
            <a:pPr/>
            <a:r>
              <a:t>Bloques de Código: 2</a:t>
            </a:r>
          </a:p>
          <a:p>
            <a:pPr/>
            <a:r>
              <a:t>Legibilidad: 100.0/100</a:t>
            </a:r>
          </a:p>
          <a:p>
            <a:pPr/>
            <a:r>
              <a:t>Complejidad: 12.50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joras_Arquitectónicas_sec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joras_Arquitectónicas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joras_Arquitectónicas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del Documento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🏗️ Architectural Improvements - Implementation Plan</a:t>
            </a:r>
          </a:p>
          <a:p>
            <a:pPr lvl="1"/>
            <a:r>
              <a:t>  • 📋 Executive Summary</a:t>
            </a:r>
          </a:p>
          <a:p>
            <a:pPr lvl="1"/>
            <a:r>
              <a:t>  • 🎯 Improvement Goals</a:t>
            </a:r>
          </a:p>
          <a:p>
            <a:pPr lvl="1"/>
            <a:r>
              <a:t>  • 🏛️ Target Architecture</a:t>
            </a:r>
          </a:p>
          <a:p>
            <a:pPr lvl="2"/>
            <a:r>
              <a:t>    • Layer Structure</a:t>
            </a:r>
          </a:p>
          <a:p>
            <a:pPr lvl="1"/>
            <a:r>
              <a:t>  • 📝 Implementation Tasks</a:t>
            </a:r>
          </a:p>
          <a:p>
            <a:pPr lvl="2"/>
            <a:r>
              <a:t>    • Phase 1: File Consolidation ✅</a:t>
            </a:r>
          </a:p>
          <a:p>
            <a:pPr lvl="2"/>
            <a:r>
              <a:t>      • Task 1.1: Consolidate `api_utils.py` Files</a:t>
            </a:r>
          </a:p>
          <a:p>
            <a:pPr lvl="2"/>
            <a:r>
              <a:t>      • Task 1.2: Consolidate `config_manager.py` Files</a:t>
            </a:r>
          </a:p>
          <a:p>
            <a:pPr lvl="2"/>
            <a:r>
              <a:t>    • Phase 2: Import Standardization 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