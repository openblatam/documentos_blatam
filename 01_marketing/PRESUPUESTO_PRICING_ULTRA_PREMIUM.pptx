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/Users/Adan/Documents/Documentos Blatam/01 Marketing/Presupuesto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9800"/>
                </a:solidFill>
              </a:defRPr>
            </a:pPr>
            <a:r>
              <a:t>Presentación Ejecutiva - 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8"/>
                </a:solidFill>
              </a:defRPr>
            </a:pPr>
            <a:r>
              <a:t>Métricas Principales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286000"/>
            <a:ext cx="3657600" cy="1371600"/>
          </a:xfrm>
          <a:prstGeom prst="rect">
            <a:avLst/>
          </a:prstGeom>
          <a:solidFill>
            <a:srgbClr val="1F4E78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Total Inversión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$2,500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286000"/>
            <a:ext cx="3657600" cy="1371600"/>
          </a:xfrm>
          <a:prstGeom prst="rect">
            <a:avLst/>
          </a:prstGeom>
          <a:solidFill>
            <a:srgbClr val="4CAF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ROI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200%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572000"/>
            <a:ext cx="3657600" cy="1371600"/>
          </a:xfrm>
          <a:prstGeom prst="rect">
            <a:avLst/>
          </a:prstGeom>
          <a:solidFill>
            <a:srgbClr val="FF98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Colaboraciones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572000"/>
            <a:ext cx="3657600" cy="1371600"/>
          </a:xfrm>
          <a:prstGeom prst="rect">
            <a:avLst/>
          </a:prstGeom>
          <a:solidFill>
            <a:srgbClr val="2196F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Tasa Respuesta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