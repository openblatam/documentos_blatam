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772400" cy="777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Análisis de Documentos</a:t>
            </a:r>
          </a:p>
          <a:p>
            <a:pPr algn="ctr">
              <a:defRPr sz="1800"/>
            </a:pPr>
            <a:r>
              <a:t>Generado el 24 de November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de Documentos: 3</a:t>
            </a:r>
          </a:p>
          <a:p>
            <a:pPr/>
            <a:r>
              <a:t>Total de Palabras: 27,648</a:t>
            </a:r>
          </a:p>
          <a:p>
            <a:pPr/>
            <a:r>
              <a:t>Total de Secciones: 91</a:t>
            </a:r>
          </a:p>
          <a:p>
            <a:pPr/>
            <a:r>
              <a:t>Legibilidad Promedio: 49.0/100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Comparación de Documentos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Automation_Expert_Prompt: 24,181 palabras, 1 secciones</a:t>
            </a:r>
          </a:p>
          <a:p>
            <a:pPr>
              <a:defRPr sz="1400"/>
            </a:pPr>
            <a:r>
              <a:t>Architecture_Improvements: 1,577 palabras, 39 secciones</a:t>
            </a:r>
          </a:p>
          <a:p>
            <a:pPr>
              <a:defRPr sz="1400"/>
            </a:pPr>
            <a:r>
              <a:t>Refactoring_Plan: 1,890 palabras, 51 secciones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Automation_Expert_Prompt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Palabras: 24,181</a:t>
            </a:r>
          </a:p>
          <a:p>
            <a:pPr/>
            <a:r>
              <a:t>Secciones: 1</a:t>
            </a:r>
          </a:p>
          <a:p>
            <a:pPr/>
            <a:r>
              <a:t>Legibilidad: 26/100</a:t>
            </a:r>
          </a:p>
          <a:p>
            <a:pPr/>
            <a:r>
              <a:t>Complejidad: 100/100</a:t>
            </a:r>
          </a:p>
          <a:p>
            <a:pPr/>
            <a:r>
              <a:t>Tiempo de Lectura: 2h 0m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Architecture_Improvements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Palabras: 1,577</a:t>
            </a:r>
          </a:p>
          <a:p>
            <a:pPr/>
            <a:r>
              <a:t>Secciones: 39</a:t>
            </a:r>
          </a:p>
          <a:p>
            <a:pPr/>
            <a:r>
              <a:t>Legibilidad: 58/100</a:t>
            </a:r>
          </a:p>
          <a:p>
            <a:pPr/>
            <a:r>
              <a:t>Complejidad: 23/100</a:t>
            </a:r>
          </a:p>
          <a:p>
            <a:pPr/>
            <a:r>
              <a:t>Tiempo de Lectura: 0h 7m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Refactoring_Plan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Palabras: 1,890</a:t>
            </a:r>
          </a:p>
          <a:p>
            <a:pPr/>
            <a:r>
              <a:t>Secciones: 51</a:t>
            </a:r>
          </a:p>
          <a:p>
            <a:pPr/>
            <a:r>
              <a:t>Legibilidad: 63/100</a:t>
            </a:r>
          </a:p>
          <a:p>
            <a:pPr/>
            <a:r>
              <a:t>Complejidad: 23/100</a:t>
            </a:r>
          </a:p>
          <a:p>
            <a:pPr/>
            <a:r>
              <a:t>Tiempo de Lectura: 0h 9m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Análisis completado exitosamente</a:t>
            </a:r>
          </a:p>
          <a:p>
            <a:pPr/>
            <a:r>
              <a:t>Se analizaron 3 documentos</a:t>
            </a:r>
          </a:p>
          <a:p>
            <a:pPr/>
            <a:r>
              <a:t>Todos los documentos están disponibles en múltiples formatos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