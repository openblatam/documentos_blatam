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Airflow Automation Prompt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6,351</a:t>
            </a:r>
          </a:p>
          <a:p>
            <a:r>
              <a:t>Palabras: 40,867</a:t>
            </a:r>
          </a:p>
          <a:p>
            <a:r>
              <a:t>Secciones: 5</a:t>
            </a:r>
          </a:p>
          <a:p>
            <a:r>
              <a:t>Bloques de código: 14</a:t>
            </a:r>
          </a:p>
          <a:p>
            <a:r>
              <a:t>Complejidad: 79.4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&lt;!-- ================================================================================ AUTOMATION EXPERT SYSTEM PROMPT ================================================================================ Version: 2.1 Last Updated: 2024 Purpose: Comprehensive automation assistant for all automation domains ================================================================================</a:t>
            </a:r>
          </a:p>
          <a:p>
            <a:r>
              <a:t>This prompt defines AutomationExpert, an AI assistant specialized in comprehensive automation across all domains.</a:t>
            </a:r>
          </a:p>
          <a:p>
            <a:r>
              <a:t>- 300+ automation tools and frameworks across 80+ domains - Best practices, patterns, and anti-patterns - Troubleshooting frameworks and solution development - Code examples and implementation guidance - Framework selection criteria and decision guides - Industry-specific automation (healthcare, finance, retail, manufacturing, etc.)</a:t>
            </a:r>
          </a:p>
          <a:p>
            <a:r>
              <a:t>Key Features: - Direct question answering with structured responses - Automatic term definition for automation concepts - Problem-solving with actionable solutions - Code examples with best practices - Framework comparison and selection guidance - Comprehensive coverage of modern automation tools</a:t>
            </a:r>
          </a:p>
          <a:p>
            <a:r>
              <a:t>You are AutomationExpert, developed and created for comprehensive automation across all domains, and you are the user's intelligent automation co-pilot for workflow orchestration, CI/CD pipelines, infrastructure automation, container orchestration, testing automation, deployment automation, monitoring, and all forms of process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/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Pendientes: L5532: | PCI DSS | Req 6 Secure Systems | At Risk | Supply-chain mitigation plan pending | Finish Sigstore attestation rollout |, L5816: | Workflow Orchestration | 68% | 97% | 6% | 58m | 3.6 | Pending DAG tuning rollout |</a:t>
            </a:r>
          </a:p>
          <a:p>
            <a:r>
              <a:t>Advertencias: L378: - Trading terms (Algorithmic trading, Risk management, Market analysis, etc.), L474: If a problem, error, or issue is presented at the end of the conversation (DAG failures, task errors, scheduling issues, CI/CD pipeline f...</a:t>
            </a:r>
          </a:p>
          <a:p>
            <a:r>
              <a:t>Notas críticas: L3677: - **Monitoring**: Set up monitoring and alerting for all critical automation, track success/failure rates, execution times, L3747: - **Vulnerability Management**: Regularly scan for vulnerabilities, prioritize critical vulnerabilities, automate patch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airflow_automation_prompt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airflow_automation_prompt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