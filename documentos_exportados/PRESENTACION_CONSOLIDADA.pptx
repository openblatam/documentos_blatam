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E86AB"/>
                </a:solidFill>
              </a:defRPr>
            </a:pPr>
            <a:r>
              <a:t>Análisis Consolidado de Documentos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23B72"/>
                </a:solidFill>
              </a:defRPr>
            </a:pPr>
            <a:r>
              <a:t>12 Documentos Analizados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Generado el 24 de November de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de Documentos: 12</a:t>
            </a:r>
          </a:p>
          <a:p>
            <a:r>
              <a:t>Total de Líneas: 8,586</a:t>
            </a:r>
          </a:p>
          <a:p>
            <a:r>
              <a:t>Total de Palabras: 40,055</a:t>
            </a:r>
          </a:p>
          <a:p>
            <a:r>
              <a:t>Calidad Promedio: 57.9/100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5 Documentos por Calidad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Documentación Principal - Documentos BLATAM - 100/100</a:t>
            </a:r>
          </a:p>
          <a:p>
            <a:r>
              <a:t>2. Arquitectura del Proyecto - 75/100</a:t>
            </a:r>
          </a:p>
          <a:p>
            <a:r>
              <a:t>3. Código de Producción - README - 65/100</a:t>
            </a:r>
          </a:p>
          <a:p>
            <a:r>
              <a:t>4. Mejoras Adicionales Recomendadas - 65/100</a:t>
            </a:r>
          </a:p>
          <a:p>
            <a:r>
              <a:t>5. Resumen Final - Mejoras Arquitectónicas - 60/100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Documentación Principal - Documentos BLATAM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Líneas: 505</a:t>
            </a:r>
          </a:p>
          <a:p>
            <a:r>
              <a:t>Palabras: 2,181</a:t>
            </a:r>
          </a:p>
          <a:p>
            <a:r>
              <a:t>Secciones: 74</a:t>
            </a:r>
          </a:p>
          <a:p>
            <a:r>
              <a:t>Calidad: 100/100</a:t>
            </a:r>
          </a:p>
          <a:p>
            <a:r>
              <a:t>Legibilidad: Difícil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Líneas: 384</a:t>
            </a:r>
          </a:p>
          <a:p>
            <a:r>
              <a:t>Palabras: 1,205</a:t>
            </a:r>
          </a:p>
          <a:p>
            <a:r>
              <a:t>Secciones: 45</a:t>
            </a:r>
          </a:p>
          <a:p>
            <a:r>
              <a:t>Calidad: 75/100</a:t>
            </a:r>
          </a:p>
          <a:p>
            <a:r>
              <a:t>Legibilidad: Difícil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Código de Producción - README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Líneas: 591</a:t>
            </a:r>
          </a:p>
          <a:p>
            <a:r>
              <a:t>Palabras: 2,187</a:t>
            </a:r>
          </a:p>
          <a:p>
            <a:r>
              <a:t>Secciones: 101</a:t>
            </a:r>
          </a:p>
          <a:p>
            <a:r>
              <a:t>Calidad: 65/100</a:t>
            </a:r>
          </a:p>
          <a:p>
            <a:r>
              <a:t>Legibilidad: Difícil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