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Resumen Final del Sistema Completo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Resumen Final del Sistema Completo</a:t>
            </a:r>
          </a:p>
          <a:p>
            <a:r>
              <a:t>Secciones: 45</a:t>
            </a:r>
          </a:p>
          <a:p>
            <a:r>
              <a:t>Tablas: 0</a:t>
            </a:r>
          </a:p>
          <a:p>
            <a:r>
              <a:t>Palabras: 926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UMMARY_dashboard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UMMARY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UMMARY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 del Sistema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Estadísticas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Totales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Automatización (15 herramientas)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y QA (15 herramientas)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y Reportes (20 herramientas)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Generación y Exportación (10 herramientas)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Monitoreo y Alertas (5 herramientas)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Colaboración (5 herramientas)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