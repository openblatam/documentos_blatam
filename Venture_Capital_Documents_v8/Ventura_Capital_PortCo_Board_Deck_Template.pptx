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[COMPANY NAME]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2025 Board Meeting</a:t>
            </a:r>
          </a:p>
          <a:p>
            <a:r>
              <a:t>Date: November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CEO Summary &amp; High Level View</a:t>
            </a:r>
          </a:p>
          <a:p>
            <a:r>
              <a:t>2. KPI Dashboard (The Numbers)</a:t>
            </a:r>
          </a:p>
          <a:p>
            <a:r>
              <a:t>3. Product Update &amp; Roadmap</a:t>
            </a:r>
          </a:p>
          <a:p>
            <a:r>
              <a:t>4. Sales &amp; Pipeline Review</a:t>
            </a:r>
          </a:p>
          <a:p>
            <a:r>
              <a:t>5. Hiring &amp; Org Chart</a:t>
            </a:r>
          </a:p>
          <a:p>
            <a:r>
              <a:t>6. Financials (Burn &amp; Runway)</a:t>
            </a:r>
          </a:p>
          <a:p>
            <a:r>
              <a:t>7. Discussion Topic: [Strategic Issue]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Line Metrics:</a:t>
            </a:r>
          </a:p>
          <a:p>
            <a:r>
              <a:t>• ARR: $[Amount] (MoM Growth: X%)</a:t>
            </a:r>
          </a:p>
          <a:p>
            <a:r>
              <a:t>• Burn Rate: $[Amount] / month</a:t>
            </a:r>
          </a:p>
          <a:p>
            <a:r>
              <a:t>• Runway: X Months</a:t>
            </a:r>
          </a:p>
          <a:p>
            <a:r>
              <a:t>• CAC: $[Amount] / LTV: $[Amount]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Discussion: [Topic]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Context: Describe the challenge or opportunity.</a:t>
            </a:r>
          </a:p>
          <a:p>
            <a:r>
              <a:t>Options considered:</a:t>
            </a:r>
          </a:p>
          <a:p>
            <a:r>
              <a:t>  - Option A: Aggressive expansion (High Cost)</a:t>
            </a:r>
          </a:p>
          <a:p>
            <a:r>
              <a:t>  - Option B: Organic growth (Low Risk)</a:t>
            </a:r>
          </a:p>
          <a:p>
            <a:r>
              <a:t>Recommendation: Management recommends Option A.</a:t>
            </a:r>
          </a:p>
          <a:p>
            <a:r>
              <a:t>Ask: Board approval for $X budget increase.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