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Best Practices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Resumen ejecutivo generado el 25/11/2025 10:30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Métricas Principales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Líneas: 341</a:t>
            </a:r>
          </a:p>
          <a:p>
            <a:r>
              <a:t>Palabras: 912</a:t>
            </a:r>
          </a:p>
          <a:p>
            <a:r>
              <a:t>Secciones: 72</a:t>
            </a:r>
          </a:p>
          <a:p>
            <a:r>
              <a:t>Bloques de código: 10</a:t>
            </a:r>
          </a:p>
          <a:p>
            <a:r>
              <a:t>Complejidad: 63.4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Puntos Clave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Guía de mejores prácticas para usar y contribuir a Documentos BLATAM de manera efectiva.</a:t>
            </a:r>
          </a:p>
          <a:p>
            <a:r>
              <a:t>- [Uso de Templates](#uso-de-templates) - [Personalización](#personalización) - [Organización](#organización) - [Contribución](#contribución) - [Mantenimiento](#mantenimiento) - [Seguridad](#seguridad)</a:t>
            </a:r>
          </a:p>
          <a:p>
            <a:r>
              <a:t>- **Lee primero** el template completo antes de usar - **Personaliza** todas las variables `{{variable}}` - **Valida** que los enlaces funcionen - **Prueba** en un entorno de prueba antes de producción - **Mantén** un backup del template original</a:t>
            </a:r>
          </a:p>
          <a:p>
            <a:r>
              <a:t>- No uses templates sin personalizar - No copies enlaces sin verificar - No uses datos sensibles en templates - No modifiques templates originales (usa copias)</a:t>
            </a:r>
          </a:p>
          <a:p>
            <a:r>
              <a:t>```markdown # Template original (NO modificar) Hola {{nombre}}, tu webinar es el {{fecha}}.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Visualizaciones Clave</a:t>
            </a:r>
          </a:p>
        </p:txBody>
      </p:sp>
      <p:pic>
        <p:nvPicPr>
          <p:cNvPr id="3" name="Picture 2" descr="BEST_PRACTICES_analisis_complet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3657600" cy="2743200"/>
          </a:xfrm>
          <a:prstGeom prst="rect">
            <a:avLst/>
          </a:prstGeom>
        </p:spPr>
      </p:pic>
      <p:pic>
        <p:nvPicPr>
          <p:cNvPr id="4" name="Picture 3" descr="BEST_PRACTICES_estructura_mejorada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71600"/>
            <a:ext cx="3657600" cy="2743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