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Arquitectura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1,205</a:t>
            </a:r>
          </a:p>
          <a:p>
            <a:pPr/>
            <a:r>
              <a:t>Total de Secciones: 45</a:t>
            </a:r>
          </a:p>
          <a:p>
            <a:pPr/>
            <a:r>
              <a:t>Bloques de Código: 8</a:t>
            </a:r>
          </a:p>
          <a:p>
            <a:pPr/>
            <a:r>
              <a:t>Legibilidad: 100.0/100</a:t>
            </a:r>
          </a:p>
          <a:p>
            <a:pPr/>
            <a:r>
              <a:t>Complejidad: 18.20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quitectura_del_Proyecto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quitectura_del_Proyecto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quitectura_del_Proyecto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🏗️ Arquitectura del Proyecto - Documentos BLATAM</a:t>
            </a:r>
          </a:p>
          <a:p>
            <a:pPr lvl="1"/>
            <a:r>
              <a:t>  • 📋 Tabla de Contenidos</a:t>
            </a:r>
          </a:p>
          <a:p>
            <a:pPr lvl="1"/>
            <a:r>
              <a:t>  • 🎯 Visión General</a:t>
            </a:r>
          </a:p>
          <a:p>
            <a:pPr lvl="2"/>
            <a:r>
              <a:t>    • Principios de Diseño</a:t>
            </a:r>
          </a:p>
          <a:p>
            <a:pPr lvl="1"/>
            <a:r>
              <a:t>  • 📁 Estructura de Directorios</a:t>
            </a:r>
          </a:p>
          <a:p>
            <a:pPr lvl="2"/>
            <a:r>
              <a:t>    • Estructura Principal</a:t>
            </a:r>
          </a:p>
          <a:p>
            <a:pPr lvl="2"/>
            <a:r>
              <a:t>    • Directorios Especiales</a:t>
            </a:r>
          </a:p>
          <a:p>
            <a:pPr lvl="1"/>
            <a:r>
              <a:t>  • 🗂️ Organización por Categorías</a:t>
            </a:r>
          </a:p>
          <a:p>
            <a:pPr lvl="2"/>
            <a:r>
              <a:t>    • Sistema de Numeración</a:t>
            </a:r>
          </a:p>
          <a:p>
            <a:pPr lvl="2"/>
            <a:r>
              <a:t>    • Estructura Interna de Categorías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