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Resumen ejecutivo generado el 25/11/2025 10:52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Líneas: 384</a:t>
            </a:r>
          </a:p>
          <a:p>
            <a:r>
              <a:t>Palabras: 1,205</a:t>
            </a:r>
          </a:p>
          <a:p>
            <a:r>
              <a:t>Secciones: 45</a:t>
            </a:r>
          </a:p>
          <a:p>
            <a:r>
              <a:t>Bloques de código: 8</a:t>
            </a:r>
          </a:p>
          <a:p>
            <a:r>
              <a:t>Complejidad: 53.4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Este documento describe la arquitectura, estructura y organización del proyecto Documentos BLATAM.</a:t>
            </a:r>
          </a:p>
          <a:p>
            <a:r>
              <a:t>- [Visión General](#visión-general) - [Estructura de Directorios](#estructura-de-directorios) - [Organización por Categorías](#organización-por-categorías) - [Sistema de Metadatos](#sistema-de-metadatos) - [Flujo de Documentación](#flujo-de-documentación) - [Herramientas y Scripts](#herramientas-y-scripts) - [Convenciones](#convenciones)</a:t>
            </a:r>
          </a:p>
          <a:p>
            <a:r>
              <a:t>**Documentos BLATAM** es un ecosistema de documentación empresarial organizado por categorías funcionales.</a:t>
            </a:r>
          </a:p>
          <a:p>
            <a:r>
              <a:t>``` documentos_blatam/ ├── README.md                    # Punto de entrada principal ├── CONTRIBUTING.md              # Guía de contribución ├── CHANGELOG.md                 # Historial de cambios ├── SETUP.md                     # Guía de configuración ├── ARCHITECTURE.md              # Este archivo ├── ROADMAP.md                   # Hoja de ruta │ ├── 00_version_management/       # Gestión de versiones ├── 01_marketing/                # Marketing digital ├── 01_webinar_campaign/         # Campañas de webinars ├── 02_consciousness_systems/   # Sistemas de consciencia ├── 02_finance/                  # Finanzas ├── 03_human_resources/          # Recursos humanos ├── 04_business_strategy/        # Estrategia empresarial ├── 04_operations/               # Operaciones ├── 05_technology/               # Tecnología ├── 06_documentation/           # Documentación central ├── 06_strategy/                 # Estrategia ├── 07_advanced_features/       # Características avanzadas ├── 07_risk_management/         # Gestión de riesgos ├── 08_ai_artificial_intelligence/ # IA ├── 08_research_development/    # I+D ├── 09_sales/                    # Ventas ├── 10_customer_service/        # Atención al cliente ├── 11_research_development/    # I+D ├── 11_system_architecture/     # Arquitectura de sistemas ├── 12_quality_assurance/       # Aseguramiento de calidad ├── 12_user_guides/             # Guías de usuario ├── 13_legal_compliance/        # Legal y compliance ├── 14_procurement/             # Compras ├── 14_product_management/      # Gestión de productos ├── 14_thought_leadership/      # Liderazgo de pensamiento ├── 15_customer_experience/    # Experiencia de cliente ├── 16_data_analytics/          # Analítica de datos ├── 17_innovation/              # Innovación ├── 18_sustainability/          # Sostenibilidad ├── 19_international_business/   # Negocios internacionales ├── 20_project_management/     # Gestión de proyectos └── ...</a:t>
            </a:r>
          </a:p>
          <a:p>
            <a:r>
              <a:t>``` documentos_blatam/ ├── tools/                      # Herramientas y scripts globales ├── Scripts/                    # Scripts de automatización ├── Templates/                  # Templates globales ├── Tests/                      # Tests y validaciones ├── Docs/                       # Documentación adicional ├── Static/                     # Archivos estáticos ├── Routes/                     # Rutas de API (si aplica) ├── Utils/                      # Utilidades └── backups/                    # Backups y archivos antiguos ```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Visualizaciones Clave</a:t>
            </a:r>
          </a:p>
        </p:txBody>
      </p:sp>
      <p:pic>
        <p:nvPicPr>
          <p:cNvPr id="3" name="Picture 2" descr="ARCHITECTURE_analisis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pic>
        <p:nvPicPr>
          <p:cNvPr id="4" name="Picture 3" descr="ARCHITECTURE_estructura_mejo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