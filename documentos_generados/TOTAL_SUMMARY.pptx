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Terraform - Resumen Total del Sistema</a:t>
            </a:r>
          </a:p>
          <a:p>
            <a:pPr>
              <a:defRPr sz="1800" i="1">
                <a:solidFill>
                  <a:srgbClr val="7F8C8D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Documento: Terraform - Resumen Total del Sistema</a:t>
            </a:r>
          </a:p>
          <a:p>
            <a:r>
              <a:t>Secciones: 39</a:t>
            </a:r>
          </a:p>
          <a:p>
            <a:r>
              <a:t>Tablas: 1</a:t>
            </a:r>
          </a:p>
          <a:p>
            <a:r>
              <a:t>Palabras: 1,003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TAL_SUMMARY_dashboard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TAL_SUMMARY_estru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TAL_SUMMARY_palabras_cl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- Resumen Total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Completo Implementado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Sistema profesional completo de gestión de infraestructura con Terraform, implementando todas las mejores prácticas de la industria.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Estadísticas Finales Completas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Todos los Scripts (40+)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 y Bootstrap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bootstrap-backend-aws.sh</a:t>
            </a:r>
          </a:p>
          <a:p>
            <a:pPr/>
            <a:r>
              <a:t>2. bootstrap-backend-azure.sh</a:t>
            </a:r>
          </a:p>
          <a:p>
            <a:pPr/>
            <a:r>
              <a:t>3. init-backend.sh</a:t>
            </a:r>
          </a:p>
          <a:p>
            <a:pPr/>
            <a:r>
              <a:t>4. quick-start.sh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Gestión de Estado (9)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5. state-management.sh</a:t>
            </a:r>
          </a:p>
          <a:p>
            <a:pPr/>
            <a:r>
              <a:t>6. backup-state.sh</a:t>
            </a:r>
          </a:p>
          <a:p>
            <a:pPr/>
            <a:r>
              <a:t>7. compare-states.sh</a:t>
            </a:r>
          </a:p>
          <a:p>
            <a:pPr/>
            <a:r>
              <a:t>8. migrate-backend.sh</a:t>
            </a:r>
          </a:p>
          <a:p>
            <a:pPr/>
            <a:r>
              <a:t>9. rollback.sh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Validación y Seguridad (6)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14. validate-terraform.sh</a:t>
            </a:r>
          </a:p>
          <a:p>
            <a:pPr/>
            <a:r>
              <a:t>15. pre-apply-check.sh</a:t>
            </a:r>
          </a:p>
          <a:p>
            <a:pPr/>
            <a:r>
              <a:t>16. health-check.sh</a:t>
            </a:r>
          </a:p>
          <a:p>
            <a:pPr/>
            <a:r>
              <a:t>17. audit-security.sh</a:t>
            </a:r>
          </a:p>
          <a:p>
            <a:pPr/>
            <a:r>
              <a:t>18. drift-detection.sh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Operaciones y Monitoreo (10)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20. monitor-drift.sh</a:t>
            </a:r>
          </a:p>
          <a:p>
            <a:pPr/>
            <a:r>
              <a:t>21. resource-inventory.sh</a:t>
            </a:r>
          </a:p>
          <a:p>
            <a:pPr/>
            <a:r>
              <a:t>22. dependency-graph.sh</a:t>
            </a:r>
          </a:p>
          <a:p>
            <a:pPr/>
            <a:r>
              <a:t>23. export-outputs.sh</a:t>
            </a:r>
          </a:p>
          <a:p>
            <a:pPr/>
            <a:r>
              <a:t>24. generate-plan-report.sh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Utilidades Avanzadas (13)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30. cost-estimate.sh</a:t>
            </a:r>
          </a:p>
          <a:p>
            <a:pPr/>
            <a:r>
              <a:t>31. cleanup.sh</a:t>
            </a:r>
          </a:p>
          <a:p>
            <a:pPr/>
            <a:r>
              <a:t>32. auto-document.sh</a:t>
            </a:r>
          </a:p>
          <a:p>
            <a:pPr/>
            <a:r>
              <a:t>33. check-dependencies.sh</a:t>
            </a:r>
          </a:p>
          <a:p>
            <a:pPr/>
            <a:r>
              <a:t>34. version-check.sh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Integración Cloud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43. validate-terraform-cloud.sh</a:t>
            </a:r>
          </a:p>
          <a:p>
            <a:pPr/>
            <a:r>
              <a:t>44. terraform-cloud-setup.sh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