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Índice Maestro de Documentación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764</a:t>
            </a:r>
          </a:p>
          <a:p>
            <a:pPr/>
            <a:r>
              <a:t>Total de Secciones: 48</a:t>
            </a:r>
          </a:p>
          <a:p>
            <a:pPr/>
            <a:r>
              <a:t>Bloques de Código: 0</a:t>
            </a:r>
          </a:p>
          <a:p>
            <a:pPr/>
            <a:r>
              <a:t>Legibilidad: 100.0/100</a:t>
            </a:r>
          </a:p>
          <a:p>
            <a:pPr/>
            <a:r>
              <a:t>Complejidad: 14.40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Índice_Maestro_de_Documentación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Índice_Maestro_de_Documentación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Índice_Maestro_de_Documentació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📚 ÍNDICE MAESTRO DE DOCUMENTACIÓN</a:t>
            </a:r>
          </a:p>
          <a:p>
            <a:pPr lvl="1"/>
            <a:r>
              <a:t>  • Repositorio: Documentos Blatam - Framework Empresarial Integral</a:t>
            </a:r>
          </a:p>
          <a:p>
            <a:pPr lvl="1"/>
            <a:r>
              <a:t>  • 🎯 NAVEGACIÓN RÁPIDA</a:t>
            </a:r>
          </a:p>
          <a:p>
            <a:pPr lvl="2"/>
            <a:r>
              <a:t>    • 📋 **ÍNDICE POR CATEGORÍAS**</a:t>
            </a:r>
          </a:p>
          <a:p>
            <a:pPr lvl="1"/>
            <a:r>
              <a:t>  • 1. 🏢 **GESTIÓN EMPRESARIAL CORE**</a:t>
            </a:r>
          </a:p>
          <a:p>
            <a:pPr lvl="2"/>
            <a:r>
              <a:t>    • 1.1 Marketing y Ventas</a:t>
            </a:r>
          </a:p>
          <a:p>
            <a:pPr lvl="2"/>
            <a:r>
              <a:t>    • 1.2 Finanzas y Operaciones</a:t>
            </a:r>
          </a:p>
          <a:p>
            <a:pPr lvl="2"/>
            <a:r>
              <a:t>    • 1.3 Recursos Humanos</a:t>
            </a:r>
          </a:p>
          <a:p>
            <a:pPr lvl="1"/>
            <a:r>
              <a:t>  • 2. 🤖 **TECNOLOGÍA E INNOVACIÓN**</a:t>
            </a:r>
          </a:p>
          <a:p>
            <a:pPr lvl="2"/>
            <a:r>
              <a:t>    • 2.1 Inteligencia Artificial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