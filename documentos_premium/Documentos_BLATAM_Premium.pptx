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E86AB"/>
                </a:solidFill>
              </a:defRPr>
            </a:pPr>
            <a:r>
              <a:t>Documentos BLATAM - Resumen Ejecutivo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Generado el 24/11/2025 20:35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E86AB"/>
                </a:solidFill>
              </a:defRPr>
            </a:pPr>
            <a:r>
              <a:t>Estadísticas Principales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Total de Palabras: 34,915</a:t>
            </a:r>
          </a:p>
          <a:p>
            <a:pPr>
              <a:spcAft>
                <a:spcPts val="1200"/>
              </a:spcAft>
              <a:defRPr sz="1800"/>
            </a:pPr>
            <a:r>
              <a:t>Secciones: 504</a:t>
            </a:r>
          </a:p>
          <a:p>
            <a:pPr>
              <a:spcAft>
                <a:spcPts val="1200"/>
              </a:spcAft>
              <a:defRPr sz="1800"/>
            </a:pPr>
            <a:r>
              <a:t>Documentos Procesados: 11</a:t>
            </a:r>
          </a:p>
          <a:p>
            <a:pPr>
              <a:spcAft>
                <a:spcPts val="1200"/>
              </a:spcAft>
              <a:defRPr sz="1800"/>
            </a:pPr>
            <a:r>
              <a:t>Bloques de Código: 61</a:t>
            </a:r>
          </a:p>
          <a:p>
            <a:pPr>
              <a:spcAft>
                <a:spcPts val="1200"/>
              </a:spcAft>
              <a:defRPr sz="1800"/>
            </a:pPr>
            <a:r>
              <a:t>Enlaces: 178</a:t>
            </a:r>
          </a:p>
          <a:p>
            <a:pPr>
              <a:spcAft>
                <a:spcPts val="1000"/>
              </a:spcAft>
              <a:defRPr sz="1800"/>
            </a:pPr>
            <a:r>
              <a:t>Legibilidad: 100.0/100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E86AB"/>
                </a:solidFill>
              </a:defRPr>
            </a:pPr>
            <a:r>
              <a:t>Temas Principales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1. templates</a:t>
            </a:r>
          </a:p>
          <a:p>
            <a:pPr>
              <a:spcAft>
                <a:spcPts val="1000"/>
              </a:spcAft>
              <a:defRPr sz="1800"/>
            </a:pPr>
            <a:r>
              <a:t>2. documentación</a:t>
            </a:r>
          </a:p>
          <a:p>
            <a:pPr>
              <a:spcAft>
                <a:spcPts val="1000"/>
              </a:spcAft>
              <a:defRPr sz="1800"/>
            </a:pPr>
            <a:r>
              <a:t>3. scripts</a:t>
            </a:r>
          </a:p>
          <a:p>
            <a:pPr>
              <a:spcAft>
                <a:spcPts val="1000"/>
              </a:spcAft>
              <a:defRPr sz="1800"/>
            </a:pPr>
            <a:r>
              <a:t>4. 06_documentation</a:t>
            </a:r>
          </a:p>
          <a:p>
            <a:pPr>
              <a:spcAft>
                <a:spcPts val="1000"/>
              </a:spcAft>
              <a:defRPr sz="1800"/>
            </a:pPr>
            <a:r>
              <a:t>5. imports</a:t>
            </a:r>
          </a:p>
          <a:p>
            <a:pPr>
              <a:spcAft>
                <a:spcPts val="1000"/>
              </a:spcAft>
              <a:defRPr sz="1800"/>
            </a:pPr>
            <a:r>
              <a:t>6. files</a:t>
            </a:r>
          </a:p>
          <a:p>
            <a:pPr>
              <a:spcAft>
                <a:spcPts val="1000"/>
              </a:spcAft>
              <a:defRPr sz="1800"/>
            </a:pPr>
            <a:r>
              <a:t>7. import</a:t>
            </a:r>
          </a:p>
          <a:p>
            <a:pPr>
              <a:spcAft>
                <a:spcPts val="1000"/>
              </a:spcAft>
              <a:defRPr sz="1800"/>
            </a:pPr>
            <a:r>
              <a:t>8. api_utils</a:t>
            </a:r>
          </a:p>
          <a:p>
            <a:pPr>
              <a:spcAft>
                <a:spcPts val="1000"/>
              </a:spcAft>
              <a:defRPr sz="1800"/>
            </a:pPr>
            <a:r>
              <a:t>9. arquitectura</a:t>
            </a:r>
          </a:p>
          <a:p>
            <a:pPr>
              <a:spcAft>
                <a:spcPts val="1000"/>
              </a:spcAft>
              <a:defRPr sz="1800"/>
            </a:pPr>
            <a:r>
              <a:t>10. mejoras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E86AB"/>
                </a:solidFill>
              </a:defRPr>
            </a:pPr>
            <a:r>
              <a:t>Comparativa de Documentos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ARCHITECTURE.md: 968 palabras</a:t>
            </a:r>
          </a:p>
          <a:p>
            <a:pPr>
              <a:spcAft>
                <a:spcPts val="1000"/>
              </a:spcAft>
              <a:defRPr sz="1600"/>
            </a:pPr>
            <a:r>
              <a:t>README.md: 1,830 palabras</a:t>
            </a:r>
          </a:p>
          <a:p>
            <a:pPr>
              <a:spcAft>
                <a:spcPts val="1000"/>
              </a:spcAft>
              <a:defRPr sz="1600"/>
            </a:pPr>
            <a:r>
              <a:t>airflow_automation_prompt.md: 23,132 palabras</a:t>
            </a:r>
          </a:p>
          <a:p>
            <a:pPr>
              <a:spcAft>
                <a:spcPts val="1000"/>
              </a:spcAft>
              <a:defRPr sz="1600"/>
            </a:pPr>
            <a:r>
              <a:t>ARCHITECTURE_IMPROVEMENTS.md: 1,381 palabras</a:t>
            </a:r>
          </a:p>
          <a:p>
            <a:pPr>
              <a:spcAft>
                <a:spcPts val="1000"/>
              </a:spcAft>
              <a:defRPr sz="1600"/>
            </a:pPr>
            <a:r>
              <a:t>REFACTORING_PLAN.md: 1,725 palabras</a:t>
            </a:r>
          </a:p>
          <a:p>
            <a:pPr>
              <a:spcAft>
                <a:spcPts val="1000"/>
              </a:spcAft>
              <a:defRPr sz="1600"/>
            </a:pPr>
            <a:r>
              <a:t>ARCHITECTURE.md: 349 palabras</a:t>
            </a:r>
          </a:p>
          <a:p>
            <a:pPr>
              <a:spcAft>
                <a:spcPts val="1000"/>
              </a:spcAft>
              <a:defRPr sz="1600"/>
            </a:pPr>
            <a:r>
              <a:t>README.md: 1,996 palabras</a:t>
            </a:r>
          </a:p>
          <a:p>
            <a:pPr>
              <a:spcAft>
                <a:spcPts val="1000"/>
              </a:spcAft>
              <a:defRPr sz="1600"/>
            </a:pPr>
            <a:r>
              <a:t>INDICE_DOCUMENTACION.md: 518 palabras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E86AB"/>
                </a:solidFill>
              </a:defRPr>
            </a:pPr>
            <a:r>
              <a:t>Análisis de Calidad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Legibilidad: 100.0/100 (Excelente)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Sentimiento Promedio: Negativo (0.35)</a:t>
            </a:r>
          </a:p>
          <a:p>
            <a:pPr>
              <a:spcAft>
                <a:spcPts val="1200"/>
              </a:spcAft>
              <a:defRPr sz="1800"/>
            </a:pPr>
            <a:r>
              <a:t>Complejidad: 18.2</a:t>
            </a:r>
          </a:p>
          <a:p>
            <a:pPr>
              <a:spcAft>
                <a:spcPts val="1000"/>
              </a:spcAft>
              <a:defRPr sz="1800"/>
            </a:pPr>
            <a:r>
              <a:t>Densidad de Código: 1.75 bloques/1000 palabras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E86AB"/>
                </a:solidFill>
              </a:defRPr>
            </a:pPr>
            <a:r>
              <a:t>Insights Clave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23232"/>
                </a:solidFill>
              </a:defRPr>
            </a:pPr>
            <a:r>
              <a:t>✓ Documento extenso con contenido completo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✓ Bien estructurado con múltiples secciones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✓ Incluye ejemplos de código prácticos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✓ Buena interconexión con referencias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✓ Buena legibilidad para la audiencia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86AB"/>
                </a:solidFill>
              </a:defRPr>
            </a:pPr>
            <a:r>
              <a:t>Métricas Detalladas por Documento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Documento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Palabras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Secciones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Código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ARCHITECTURE.md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README.md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1,830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airflow_automation_prompt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23,132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ARCHITECTURE_IMPROVEMENTS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1,381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REFACTORING_PLAN.md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1,725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ARCHITECTURE.md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349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README.md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1,996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19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INDICE_DOCUMENTACION.md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518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2E86AB"/>
                </a:solidFill>
              </a:defRPr>
            </a:pPr>
            <a:r>
              <a:t>Gracias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46464"/>
                </a:solidFill>
              </a:defRPr>
            </a:pPr>
            <a:r>
              <a:t>Análisis de 11 documentos completado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69696"/>
                </a:solidFill>
              </a:defRPr>
            </a:pPr>
            <a:r>
              <a:t>Generado el 24 de November de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