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Código de Producción - README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2,187</a:t>
            </a:r>
          </a:p>
          <a:p>
            <a:pPr/>
            <a:r>
              <a:t>Total de Secciones: 106</a:t>
            </a:r>
          </a:p>
          <a:p>
            <a:pPr/>
            <a:r>
              <a:t>Bloques de Código: 19</a:t>
            </a:r>
          </a:p>
          <a:p>
            <a:pPr/>
            <a:r>
              <a:t>Legibilidad: 100.0/100</a:t>
            </a:r>
          </a:p>
          <a:p>
            <a:pPr/>
            <a:r>
              <a:t>Complejidad: 39.40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ódigo_de_Producción_-_README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ódigo_de_Producción_-_README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ódigo_de_Producción_-_READM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Production Code - Modelos de Papers</a:t>
            </a:r>
          </a:p>
          <a:p>
            <a:pPr lvl="1"/>
            <a:r>
              <a:t>  • Estructura</a:t>
            </a:r>
          </a:p>
          <a:p>
            <a:pPr lvl="1"/>
            <a:r>
              <a:t>  • Características (Production-Ready)</a:t>
            </a:r>
          </a:p>
          <a:p>
            <a:pPr lvl="1"/>
            <a:r>
              <a:t>  • Uso</a:t>
            </a:r>
          </a:p>
          <a:p>
            <a:pPr lvl="2"/>
            <a:r>
              <a:t>    • Ejemplo Básico</a:t>
            </a:r>
          </a:p>
          <a:p>
            <a:pPr/>
            <a:r>
              <a:t>• Crear configuración</a:t>
            </a:r>
          </a:p>
          <a:p>
            <a:pPr/>
            <a:r>
              <a:t>• Crear modelo</a:t>
            </a:r>
          </a:p>
          <a:p>
            <a:pPr/>
            <a:r>
              <a:t>• Usar modelo</a:t>
            </a:r>
          </a:p>
          <a:p>
            <a:pPr lvl="2"/>
            <a:r>
              <a:t>    • Guardar y Cargar Modelos</a:t>
            </a:r>
          </a:p>
          <a:p>
            <a:pPr/>
            <a:r>
              <a:t>• Guardar modelo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