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Changelog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Resumen ejecutivo generado el 25/11/2025 10:30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Métricas Principales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Líneas: 147</a:t>
            </a:r>
          </a:p>
          <a:p>
            <a:r>
              <a:t>Palabras: 472</a:t>
            </a:r>
          </a:p>
          <a:p>
            <a:r>
              <a:t>Secciones: 23</a:t>
            </a:r>
          </a:p>
          <a:p>
            <a:r>
              <a:t>Bloques de código: 0</a:t>
            </a:r>
          </a:p>
          <a:p>
            <a:r>
              <a:t>Complejidad: 80.8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Puntos Clave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Todos los cambios notables en este proyecto serán documentados en este archivo.</a:t>
            </a:r>
          </a:p>
          <a:p>
            <a:r>
              <a:t>El formato está basado en [Keep a Changelog](https://keepachangelog.com/es-ES/1.0.0/), y este proyecto adhiere a [Semantic Versioning](https://semver.org/lang/es/).</a:t>
            </a:r>
          </a:p>
          <a:p>
            <a:r>
              <a:t>- Organización de archivos por categorías - Sistema de frontmatter para metadatos - Validación de documentos - Herramientas de búsqueda</a:t>
            </a:r>
          </a:p>
          <a:p>
            <a:r>
              <a:t>- Enlaces rotos en documentación - Errores de formato en markdown - Inconsistencias en nomenclatura</a:t>
            </a:r>
          </a:p>
          <a:p>
            <a:r>
              <a:t>- **Agregado**: Para nuevas funcionalidades - **Cambiado**: Para cambios en funcionalidades existentes - **Deprecado**: Para funcionalidades que serán eliminadas - **Eliminado**: Para funcionalidades eliminadas - **Corregido**: Para corrección de bugs - **Seguridad**: Para vulnerabilidades de seguridad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Visualizaciones Clave</a:t>
            </a:r>
          </a:p>
        </p:txBody>
      </p:sp>
      <p:pic>
        <p:nvPicPr>
          <p:cNvPr id="3" name="Picture 2" descr="CHANGELOG_analisis_comple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657600" cy="2743200"/>
          </a:xfrm>
          <a:prstGeom prst="rect">
            <a:avLst/>
          </a:prstGeom>
        </p:spPr>
      </p:pic>
      <p:pic>
        <p:nvPicPr>
          <p:cNvPr id="4" name="Picture 3" descr="CHANGELOG_estructura_mejora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37160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