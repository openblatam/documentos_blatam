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Contributing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generado el 25/11/2025 10:47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370</a:t>
            </a:r>
          </a:p>
          <a:p>
            <a:r>
              <a:t>Palabras: 1,154</a:t>
            </a:r>
          </a:p>
          <a:p>
            <a:r>
              <a:t>Secciones: 56</a:t>
            </a:r>
          </a:p>
          <a:p>
            <a:r>
              <a:t>Bloques de código: 7</a:t>
            </a:r>
          </a:p>
          <a:p>
            <a:r>
              <a:t>Complejidad: 80.1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¡Gracias por tu interés en contribuir a Documentos BLATAM!</a:t>
            </a:r>
          </a:p>
          <a:p>
            <a:r>
              <a:t>- [Código de Conducta](#código-de-conducta) - [¿Cómo Puedo Contribuir?](#cómo-puedo-contribuir) - [Proceso de Contribución](#proceso-de-contribución) - [Estándares de Documentación](#estándares-de-documentación) - [Estructura de Archivos](#estructura-de-archivos) - [Pull Requests](#pull-requests) - [Reportar Problemas](#reportar-problemas) - [Sugerir Mejoras](#sugerir-mejoras)</a:t>
            </a:r>
          </a:p>
          <a:p>
            <a:r>
              <a:t>Este proyecto sigue el [Contributor Covenant Code of Conduct](https://www.contributor-covenant.org/).</a:t>
            </a:r>
          </a:p>
          <a:p>
            <a:r>
              <a:t>```bash # Clonar el repositorio git clone https://github.com/blatam/documentos.git cd documentos</a:t>
            </a:r>
          </a:p>
          <a:p>
            <a:r>
              <a:t>- Trabaja en tu rama local - Haz commits pequeños y descriptivos - Sigue los estándares de documentación - Prueba tus cambios antes de enviar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Alertas / 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Advertencias: L245: ### Crear un Issue, L270: 2. **Crea un issue** con la etiqueta `enhancement`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Clave</a:t>
            </a:r>
          </a:p>
        </p:txBody>
      </p:sp>
      <p:pic>
        <p:nvPicPr>
          <p:cNvPr id="3" name="Picture 2" descr="CONTRIBUTING_analisi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CONTRIBUTING_estructura_mejo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