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ejecutivo generado el 25/11/2025 10:47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505</a:t>
            </a:r>
          </a:p>
          <a:p>
            <a:r>
              <a:t>Palabras: 2,181</a:t>
            </a:r>
          </a:p>
          <a:p>
            <a:r>
              <a:t>Secciones: 74</a:t>
            </a:r>
          </a:p>
          <a:p>
            <a:r>
              <a:t>Bloques de código: 5</a:t>
            </a:r>
          </a:p>
          <a:p>
            <a:r>
              <a:t>Complejidad: 47.3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&gt; **El repositorio más completo de documentación empresarial, marketing digital, IA y automatización en español**</a:t>
            </a:r>
          </a:p>
          <a:p>
            <a:r>
              <a:t>[🚀 Inicio Rápido](#-inicio-rápido) • [📁 Estructura](#-estructura-del-proyecto) • [🛠️ Herramientas](#️-herramientas-y-scripts) • [🤝 Contribuir](CONTRIBUTING.md) • [📖 Documentación](ARCHITECTURE.md) • [❓ FAQ](FAQ.md) • [🔒 Seguridad](SECURITY.md)</a:t>
            </a:r>
          </a:p>
          <a:p>
            <a:r>
              <a:t>**Documentos BLATAM** es un ecosistema integral de documentación que cubre todos los aspectos de una empresa moderna: desde marketing digital y automatización de ventas hasta estrategias de IA, análisis de datos y gestión operativa.</a:t>
            </a:r>
          </a:p>
          <a:p>
            <a:r>
              <a:t>- 📚 **1,000+ Documentos** especializados y actualizados - 🗂️ **50+ Categorías** organizadas por función empresarial - 🤖 **100+ Sistemas de IA** implementados y documentados - 📊 **200+ Estrategias** de marketing y ventas - 🔧 **100+ Herramientas** y scripts de automatización - 📈 **10+ Dashboards** interactivos y templates - 🧮 **15+ Calculadoras** especializadas (ROI, métricas, etc.) - 🎯 **Templates Listos** para usar en producción</a:t>
            </a:r>
          </a:p>
          <a:p>
            <a:r>
              <a:t>- 🚀 **Marketing Digital** - Campañas, automatización, redes sociales, email marketing, SEO, contenido - 💼 **Ventas** - Scripts, playbooks, técnicas de cierre, gestión de leads, CRM - 🤖 **Inteligencia Artificial** - Sistemas de IA, automatización, análisis predictivo, ML - 📊 **Analítica y Datos** - Dashboards, KPIs, métricas, reportes, Google Sheets - 🏢 **Estrategia Empresarial** - Planes de negocio, expansión, partnerships, PLG - ⚙️ **Operaciones** - Automatización, workflows, gestión de procesos, scripts - 📖 **Documentación Técnica** - Guías, manuales, templates, checklists, APIs - 💰 **Finanzas** - Modelos financieros, pricing, forecasting, ROI - 👥 **RRHH** - Gestión de talento, onboarding, desarrollo - ⚖️ **Legal &amp; Compliance** - Contratos, compliance, privacidad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Visualizaciones Clave</a:t>
            </a:r>
          </a:p>
        </p:txBody>
      </p:sp>
      <p:pic>
        <p:nvPicPr>
          <p:cNvPr id="3" name="Picture 2" descr="README_analisi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README_estructura_mejo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