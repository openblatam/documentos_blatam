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Mejoras Arquitectónicas Completas - Resumen Ejecutivo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Mejoras Arquitectónicas Completas - Resumen Ejecutivo</a:t>
            </a:r>
          </a:p>
          <a:p>
            <a:r>
              <a:t>Secciones: 41</a:t>
            </a:r>
          </a:p>
          <a:p>
            <a:r>
              <a:t>Tablas: 2</a:t>
            </a:r>
          </a:p>
          <a:p>
            <a:r>
              <a:t>Palabras: 1,408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AS_ARQUITECTURA_COMPLETAS_dashboard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AS_ARQUITECTURA_COMPLETAS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AS_ARQUITECTURA_COMPLETAS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AS_ARQUITECTURA_COMPLETAS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Mejoras Arquitectónicas Completas - Resumen Ejecut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 han completado exitosamente **6 fases de mejoras arquitectónicas** que han transformado la estructura del código de producción, eliminando duplicación, estandarizando imports, y alineando el código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Completadas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API Utils Consolidation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API Entry Points Consolidation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Import Path 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Config Manager Consolidation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Directory Structure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Architecture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Estadísticas Totales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