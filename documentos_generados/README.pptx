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Documentos BLATAM - Ecosistema Completo de Documentación Empresarial</a:t>
            </a:r>
          </a:p>
          <a:p>
            <a:pPr>
              <a:defRPr sz="1800" i="1">
                <a:solidFill>
                  <a:srgbClr val="7F8C8D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Documento: Documentos BLATAM - Ecosistema Completo de Documentación Empresarial</a:t>
            </a:r>
          </a:p>
          <a:p>
            <a:r>
              <a:t>Secciones: 74</a:t>
            </a:r>
          </a:p>
          <a:p>
            <a:r>
              <a:t>Tablas: 9</a:t>
            </a:r>
          </a:p>
          <a:p>
            <a:r>
              <a:t>Palabras: 2,181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ADME_dashboard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ADME_estru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ADME_palabras_cl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Documentos BLATAM - Ecosistema Completo de Documen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&lt;div align="center"&gt;</a:t>
            </a:r>
          </a:p>
          <a:p>
            <a:pPr/>
            <a:r>
              <a:t>![Version](https://img.shields.io/badge/version-1.0.0-blue.svg)</a:t>
            </a:r>
          </a:p>
          <a:p>
            <a:pPr/>
            <a:r>
              <a:t>![Documentos](https://img.shields.io/badge/documentos-1000+-green.svg)</a:t>
            </a:r>
          </a:p>
          <a:p>
            <a:pPr/>
            <a:r>
              <a:t>![Categorías](https://img.shields.io/badge/categorías-50+-orange.svg)</a:t>
            </a:r>
          </a:p>
          <a:p>
            <a:pPr/>
            <a:r>
              <a:t>![Estado](https://img.shields.io/badge/estado-activo-success.svg)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Documentos BLATAM?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Áreas Cubiertas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Inicio Rápido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 Nuevos Usuarios (5 minutos)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Clona o navega al repositorio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cd documentos_blatam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Lee la guía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open 06_documentation/start_here.md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Explora según tu necesidad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 **[start_here.md](06_documentation/start_here.md)** - Guía de inicio en 5 minutos</a:t>
            </a:r>
          </a:p>
          <a:p>
            <a:pPr/>
            <a:r>
              <a:t>2.  **[QuickStart.md](06_documentation/QuickStart.md)** - Setup completo en 30 minutos</a:t>
            </a:r>
          </a:p>
          <a:p>
            <a:pPr/>
            <a:r>
              <a:t>3.  **[INDEX.md](06_documentation/INDEX.md)** - Índice maestro completo</a:t>
            </a:r>
          </a:p>
          <a:p>
            <a:pPr/>
            <a:r>
              <a:t>4.  **[ARCHITECTURE.md](ARCHITECTURE.md)** - Entender la estructura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 Casos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