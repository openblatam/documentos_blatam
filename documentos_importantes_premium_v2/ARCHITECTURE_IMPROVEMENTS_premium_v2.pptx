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Improvements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381</a:t>
            </a:r>
          </a:p>
          <a:p>
            <a:r>
              <a:t>Palabras: 1,577</a:t>
            </a:r>
          </a:p>
          <a:p>
            <a:r>
              <a:t>Secciones: 39</a:t>
            </a:r>
          </a:p>
          <a:p>
            <a:r>
              <a:t>Bloques de código: 2</a:t>
            </a:r>
          </a:p>
          <a:p>
            <a:r>
              <a:t>Complejidad: 47.3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outlines the comprehensive architectural improvements being implemented to align the `production_code` directory with clean architecture principles, eliminate code duplication, standardize imports, and ensure proper layer separation.</a:t>
            </a:r>
          </a:p>
          <a:p>
            <a:r>
              <a:t>``` ┌─────────────────────────────────────────────────────────┐ │  PRESENTATION LAYER                                     │ │  - api/ (routes, middleware, auth, dependencies)       │ │  - api_server.py, chat_server.py, cli*.py              │ │  - dashboard.html                                       │ │  Dependencies: application.service_container only      │ └─────────────────────────────────────────────────────────┘                           ↓ ┌─────────────────────────────────────────────────────────┐ │  APPLICATION LAYER                                      │ │  - services/ (business logic services)                  │ │  - application/ (service container, orchestrators)     │ │  - integration_pipeline.py, monitoring_system.py        │ │  Dependencies: domain contracts, infrastructure providers│ └─────────────────────────────────────────────────────────┘                           ↓ ┌─────────────────────────────────────────────────────────┐ │  DOMAIN LAYER                                           │ │  - core/ (base classes, utilities)                     │ │  - memory/, research/, inference/, etc.</a:t>
            </a:r>
          </a:p>
          <a:p>
            <a:r>
              <a:t>**Current State:** - `api_utils.py` (root, 268 lines) - Tensor validation functions - `core/api_utils.py` (231 lines) - FastAPI/Flask helpers, HTTP clients - `api/api_utils.py` (180 lines) - API route validation functions</a:t>
            </a:r>
          </a:p>
          <a:p>
            <a:r>
              <a:t>**Files to Update:** - `api_unified.py` - Update imports - `tests/test_api_utils.py` - Update imports - Any other files importing from root `api_utils`</a:t>
            </a:r>
          </a:p>
          <a:p>
            <a:r>
              <a:t>**Current State:** - `config_manager.py` (root, 521 lines) - `core/config_manager.py` (exists)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Alertas / 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Pendientes: L301: ### Pending ⏳</a:t>
            </a:r>
          </a:p>
          <a:p>
            <a:r>
              <a:t>Advertencias: L80: 5. ✅ Add deprecation warning to root `api_utils.py`, L162: **Current Issue:**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ARCHITECTURE_IMPROVEMENTS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ARCHITECTURE_IMPROVEMENTS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