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Registro de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472</a:t>
            </a:r>
          </a:p>
          <a:p>
            <a:pPr/>
            <a:r>
              <a:t>Total de Secciones: 23</a:t>
            </a:r>
          </a:p>
          <a:p>
            <a:pPr/>
            <a:r>
              <a:t>Bloques de Código: 0</a:t>
            </a:r>
          </a:p>
          <a:p>
            <a:pPr/>
            <a:r>
              <a:t>Legibilidad: 100.0/100</a:t>
            </a:r>
          </a:p>
          <a:p>
            <a:pPr/>
            <a:r>
              <a:t>Complejidad: 7.20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gistro_de_Cambios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gistro_de_Cambios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gistro_de_Cambio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📝 Changelog - Documentos BLATAM</a:t>
            </a:r>
          </a:p>
          <a:p>
            <a:pPr lvl="1"/>
            <a:r>
              <a:t>  • [Unreleased]</a:t>
            </a:r>
          </a:p>
          <a:p>
            <a:pPr lvl="2"/>
            <a:r>
              <a:t>    • Agregado</a:t>
            </a:r>
          </a:p>
          <a:p>
            <a:pPr lvl="2"/>
            <a:r>
              <a:t>    • Mejorado</a:t>
            </a:r>
          </a:p>
          <a:p>
            <a:pPr lvl="1"/>
            <a:r>
              <a:t>  • [1.0.0] - 2025-01-XX</a:t>
            </a:r>
          </a:p>
          <a:p>
            <a:pPr lvl="2"/>
            <a:r>
              <a:t>    • Agregado</a:t>
            </a:r>
          </a:p>
          <a:p>
            <a:pPr lvl="2"/>
            <a:r>
              <a:t>      • Documentación Principal</a:t>
            </a:r>
          </a:p>
          <a:p>
            <a:pPr lvl="2"/>
            <a:r>
              <a:t>      • Marketing</a:t>
            </a:r>
          </a:p>
          <a:p>
            <a:pPr lvl="2"/>
            <a:r>
              <a:t>      • Ventas</a:t>
            </a:r>
          </a:p>
          <a:p>
            <a:pPr lvl="2"/>
            <a:r>
              <a:t>      • Inteligencia Artificial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