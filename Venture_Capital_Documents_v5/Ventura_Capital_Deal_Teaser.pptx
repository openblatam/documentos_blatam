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2800">
                <a:solidFill>
                  <a:srgbClr val="FFFFFF"/>
                </a:solidFill>
              </a:defRPr>
            </a:pPr>
            <a:r>
              <a:t>[STARTUP NAME]</a:t>
            </a:r>
          </a:p>
          <a:p>
            <a:br/>
            <a:br/>
            <a:pPr algn="ctr">
              <a:defRPr sz="1400">
                <a:solidFill>
                  <a:srgbClr val="FFFFFF"/>
                </a:solidFill>
              </a:defRPr>
            </a:pPr>
            <a:r>
              <a:t>SECTOR:</a:t>
            </a:r>
            <a:br/>
            <a:r>
              <a:t>Generative AI</a:t>
            </a:r>
            <a:br/>
            <a:br/>
            <a:r>
              <a:t>STAGE:</a:t>
            </a:r>
            <a:br/>
            <a:r>
              <a:t>Series A</a:t>
            </a:r>
            <a:br/>
            <a:br/>
            <a:r>
              <a:t>ASK:</a:t>
            </a:r>
            <a:br/>
            <a:r>
              <a:t>$15M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2060"/>
                </a:solidFill>
              </a:defRPr>
            </a:pPr>
            <a:r>
              <a:t>The Operating System for Autonomous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200">
                <a:solidFill>
                  <a:srgbClr val="BF9000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1031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/>
            </a:pPr>
            <a:r>
              <a:t>Manual workflows cost factories $50B/year in lost productivity.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200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200">
                <a:solidFill>
                  <a:srgbClr val="BF9000"/>
                </a:solidFill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4747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/>
            </a:pPr>
            <a:r>
              <a:t>AI-driven agentic workflows that automate 90% of supply chain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200">
                <a:solidFill>
                  <a:srgbClr val="BF9000"/>
                </a:solidFill>
              </a:defRPr>
            </a:pPr>
            <a:r>
              <a:t>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031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/>
            </a:pPr>
            <a:r>
              <a:t>$2M ARR (300% YoY). 15 Enterprise Customers including BMW &amp; Ford.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00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200">
                <a:solidFill>
                  <a:srgbClr val="BF9000"/>
                </a:solidFill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/>
            </a:pPr>
            <a:r>
              <a:t>Ex-SpaceX Engineers. PhDs in Computer Vision from 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6217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969696"/>
                </a:solidFill>
              </a:defRPr>
            </a:pPr>
            <a:r>
              <a:t>CONTACT: partners@venturacapital.com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