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8"/>
                </a:solidFill>
              </a:defRPr>
            </a:pPr>
            <a:r>
              <a:t>Sistema Premium 2.0 - Resumen Ejecutivo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Generado el 22/11/2025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Análisis completo del sistema</a:t>
            </a:r>
          </a:p>
          <a:p>
            <a:pPr/>
            <a:r>
              <a:t>• Métricas clave de rendimiento</a:t>
            </a:r>
          </a:p>
          <a:p>
            <a:pPr/>
            <a:r>
              <a:t>• Conclusiones y recomendaciones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Métricas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de Documentos: 50</a:t>
            </a:r>
          </a:p>
          <a:p>
            <a:pPr/>
            <a:r>
              <a:t>Scripts Activos: 33</a:t>
            </a:r>
          </a:p>
          <a:p>
            <a:pPr/>
            <a:r>
              <a:t>Formatos Soportados: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Análisis Detallado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Análisis estadístico completo</a:t>
            </a:r>
          </a:p>
          <a:p>
            <a:pPr/>
            <a:r>
              <a:t>• Predicciones con Machine Learning</a:t>
            </a:r>
          </a:p>
          <a:p>
            <a:pPr/>
            <a:r>
              <a:t>• Análisis de sentimiento</a:t>
            </a:r>
          </a:p>
          <a:p>
            <a:pPr/>
            <a:r>
              <a:t>• Métricas y KPIs en tiempo real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Sistema completamente funcional</a:t>
            </a:r>
          </a:p>
          <a:p>
            <a:pPr/>
            <a:r>
              <a:t>• Alta calidad en todos los formatos</a:t>
            </a:r>
          </a:p>
          <a:p>
            <a:pPr/>
            <a:r>
              <a:t>• Automatización completa implementada</a:t>
            </a:r>
          </a:p>
          <a:p>
            <a:pPr/>
            <a:r>
              <a:t>• Listo para producción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Continuar mejoras incrementales</a:t>
            </a:r>
          </a:p>
          <a:p>
            <a:pPr/>
            <a:r>
              <a:t>• Monitoreo continuo de KPIs</a:t>
            </a:r>
          </a:p>
          <a:p>
            <a:pPr/>
            <a:r>
              <a:t>• Expansión de funcionalidades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