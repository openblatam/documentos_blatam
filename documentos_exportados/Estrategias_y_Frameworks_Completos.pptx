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Estrategias y Frameworks Completos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1,169</a:t>
            </a:r>
          </a:p>
          <a:p>
            <a:pPr/>
            <a:r>
              <a:t>Total de Secciones: 53</a:t>
            </a:r>
          </a:p>
          <a:p>
            <a:pPr/>
            <a:r>
              <a:t>Bloques de Código: 0</a:t>
            </a:r>
          </a:p>
          <a:p>
            <a:pPr/>
            <a:r>
              <a:t>Legibilidad: 100.0/100</a:t>
            </a:r>
          </a:p>
          <a:p>
            <a:pPr/>
            <a:r>
              <a:t>Complejidad: 22.20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y_Frameworks_Completos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y_Frameworks_Completos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trategias_y_Frameworks_Completo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🎯 BUSINESS STRATEGY - Strategy Hub</a:t>
            </a:r>
          </a:p>
          <a:p>
            <a:pPr lvl="1"/>
            <a:r>
              <a:t>  • *Your Complete Resource for Strategic Planning &amp; Execution*</a:t>
            </a:r>
          </a:p>
          <a:p>
            <a:pPr lvl="2"/>
            <a:r>
              <a:t>    • 📋 **Overview**</a:t>
            </a:r>
          </a:p>
          <a:p>
            <a:pPr lvl="1"/>
            <a:r>
              <a:t>  • 🚀 **START HERE - Essential Resources**</a:t>
            </a:r>
          </a:p>
          <a:p>
            <a:pPr lvl="2"/>
            <a:r>
              <a:t>    • **🔥 NEW (January 2025)**</a:t>
            </a:r>
          </a:p>
          <a:p>
            <a:pPr lvl="2"/>
            <a:r>
              <a:t>    • **📚 Core Strategy Playbooks**</a:t>
            </a:r>
          </a:p>
          <a:p>
            <a:pPr lvl="2"/>
            <a:r>
              <a:t>    • **📝 Strategic Templates**</a:t>
            </a:r>
          </a:p>
          <a:p>
            <a:pPr lvl="1"/>
            <a:r>
              <a:t>  • 📁 **STRATEGIC PLANNING**</a:t>
            </a:r>
          </a:p>
          <a:p>
            <a:pPr lvl="2"/>
            <a:r>
              <a:t>    • **Vision &amp; Strategy**</a:t>
            </a:r>
          </a:p>
          <a:p>
            <a:pPr lvl="2"/>
            <a:r>
              <a:t>    • **Market Analysis**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