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Índice de Documentación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427</a:t>
            </a:r>
          </a:p>
          <a:p>
            <a:pPr/>
            <a:r>
              <a:t>Total de Secciones: 27</a:t>
            </a:r>
          </a:p>
          <a:p>
            <a:pPr/>
            <a:r>
              <a:t>Bloques de Código: 0</a:t>
            </a:r>
          </a:p>
          <a:p>
            <a:pPr/>
            <a:r>
              <a:t>Legibilidad: 100.0/100</a:t>
            </a:r>
          </a:p>
          <a:p>
            <a:pPr/>
            <a:r>
              <a:t>Complejidad: 13.10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Índice_de_Documentación_Técnica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Índice_de_Documentación_Técnica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Índice_de_Documentación_Técnica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📚 Neural Marketing Consciousness Platform - Documentation Index</a:t>
            </a:r>
          </a:p>
          <a:p>
            <a:pPr lvl="1"/>
            <a:r>
              <a:t>  • 🎯 Overview</a:t>
            </a:r>
          </a:p>
          <a:p>
            <a:pPr lvl="1"/>
            <a:r>
              <a:t>  • 📋 Core Documentation</a:t>
            </a:r>
          </a:p>
          <a:p>
            <a:pPr lvl="2"/>
            <a:r>
              <a:t>    • 🏗️ Technical Architecture</a:t>
            </a:r>
          </a:p>
          <a:p>
            <a:pPr lvl="2"/>
            <a:r>
              <a:t>    • 💼 Business Documentation</a:t>
            </a:r>
          </a:p>
          <a:p>
            <a:pPr lvl="2"/>
            <a:r>
              <a:t>    • 🚀 Implementation Guides</a:t>
            </a:r>
          </a:p>
          <a:p>
            <a:pPr lvl="1"/>
            <a:r>
              <a:t>  • 🧠 AI &amp; Consciousness Documentation</a:t>
            </a:r>
          </a:p>
          <a:p>
            <a:pPr lvl="2"/>
            <a:r>
              <a:t>    • Core AI Systems</a:t>
            </a:r>
          </a:p>
          <a:p>
            <a:pPr lvl="2"/>
            <a:r>
              <a:t>    • AI Marketing Systems</a:t>
            </a:r>
          </a:p>
          <a:p>
            <a:pPr lvl="1"/>
            <a:r>
              <a:t>  • 📊 Business &amp; Strategy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