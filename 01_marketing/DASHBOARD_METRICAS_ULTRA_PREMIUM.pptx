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/Users/Adan/Documents/Documentos Blatam/01 Marketing/Dashboard Metricas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9800"/>
                </a:solidFill>
              </a:defRPr>
            </a:pPr>
            <a:r>
              <a:t>Presentación Ejecutiva -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Métricas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657600" cy="1371600"/>
          </a:xfrm>
          <a:prstGeom prst="rect">
            <a:avLst/>
          </a:prstGeom>
          <a:solidFill>
            <a:srgbClr val="1F4E7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Inversión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$2,500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ROI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657600" cy="13716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Colaboraciones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3657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Tasa Respuesta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