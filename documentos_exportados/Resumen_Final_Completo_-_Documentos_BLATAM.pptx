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Resumen Final Completo - Documentos BLATAM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957</a:t>
            </a:r>
          </a:p>
          <a:p>
            <a:pPr/>
            <a:r>
              <a:t>Total de Secciones: 33</a:t>
            </a:r>
          </a:p>
          <a:p>
            <a:pPr/>
            <a:r>
              <a:t>Bloques de Código: 17</a:t>
            </a:r>
          </a:p>
          <a:p>
            <a:pPr/>
            <a:r>
              <a:t>Legibilidad: 100.0/100</a:t>
            </a:r>
          </a:p>
          <a:p>
            <a:pPr/>
            <a:r>
              <a:t>Complejidad: 16.70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Final_Completo_-_Documentos_BLATAM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Final_Completo_-_Documentos_BLATAM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men_Final_Completo_-_Documentos_BLATAM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📊 Resumen Final Completo - Documentos BLATAM</a:t>
            </a:r>
          </a:p>
          <a:p>
            <a:pPr lvl="1"/>
            <a:r>
              <a:t>  • 🎯 **Visión General del Proyecto**</a:t>
            </a:r>
          </a:p>
          <a:p>
            <a:pPr lvl="2"/>
            <a:r>
              <a:t>    • **Objetivo Cumplido**</a:t>
            </a:r>
          </a:p>
          <a:p>
            <a:pPr lvl="2"/>
            <a:r>
              <a:t>    • **Alcance del Proyecto**</a:t>
            </a:r>
          </a:p>
          <a:p>
            <a:pPr lvl="1"/>
            <a:r>
              <a:t>  • 📚 **Inventario Completo de Documentos**</a:t>
            </a:r>
          </a:p>
          <a:p>
            <a:pPr lvl="2"/>
            <a:r>
              <a:t>    • **🏢 Documentos Empresariales (15 documentos)**</a:t>
            </a:r>
          </a:p>
          <a:p>
            <a:pPr lvl="2"/>
            <a:r>
              <a:t>    • **🔧 Documentos Técnicos (20 documentos)**</a:t>
            </a:r>
          </a:p>
          <a:p>
            <a:pPr lvl="2"/>
            <a:r>
              <a:t>    • **🏭 Documentos de Industrias (10 documentos)**</a:t>
            </a:r>
          </a:p>
          <a:p>
            <a:pPr lvl="2"/>
            <a:r>
              <a:t>    • **📋 Documentos de Gestión (5 documentos)**</a:t>
            </a:r>
          </a:p>
          <a:p>
            <a:pPr lvl="1"/>
            <a:r>
              <a:t>  • 📊 **Métricas de Éxito**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