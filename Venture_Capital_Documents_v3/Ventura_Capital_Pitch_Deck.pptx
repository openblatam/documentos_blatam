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VENTURA CAPITAL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Accelerating the Future of AI</a:t>
            </a:r>
          </a:p>
          <a:p/>
          <a:p>
            <a:r>
              <a:t>Fund I - Strategic Opportunity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Identify, fund, and scale the next generation of AI-first companies.</a:t>
            </a:r>
          </a:p>
          <a:p>
            <a:pPr/>
            <a:r>
              <a:t>Create an ecosystem of 'Unreproducible Advantages'.</a:t>
            </a:r>
          </a:p>
          <a:p>
            <a:pPr/>
            <a:r>
              <a:t>Drive global innovation through our Psychology Framework of Capital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AI Revolution is comparable to the Industrial Revolution.</a:t>
            </a:r>
          </a:p>
          <a:p>
            <a:pPr/>
            <a:r>
              <a:t>Generative AI market projected to reach $1.3T by 2032.</a:t>
            </a:r>
          </a:p>
          <a:p>
            <a:pPr/>
            <a:r>
              <a:t>First-mover advantage in 'Moat Building' is critical.</a:t>
            </a:r>
          </a:p>
          <a:p>
            <a:pPr/>
            <a:r>
              <a:t>Global infrastructure is ready for bulk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Psychology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Product (40%): Building the 'Moat' - Deep Tech &amp; IP that cannot be copied.</a:t>
            </a:r>
          </a:p>
          <a:p>
            <a:pPr/>
            <a:r>
              <a:t>Sales (35%): The 'Growth Engine' - Aggressive market ubiquity.</a:t>
            </a:r>
          </a:p>
          <a:p>
            <a:pPr/>
            <a:r>
              <a:t>Team (20%): 'Culture of Excellence' - Attracting top 1% talent.</a:t>
            </a:r>
          </a:p>
          <a:p>
            <a:pPr/>
            <a:r>
              <a:t>Operations (5%): 'Invisible Backbone' - Seamless scalability.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Fund Size: $100M (Series A Focus)</a:t>
            </a:r>
          </a:p>
          <a:p>
            <a:pPr/>
            <a:r>
              <a:t>Target Allocations: $15M per core investment.</a:t>
            </a:r>
          </a:p>
          <a:p>
            <a:pPr/>
            <a:r>
              <a:t>Geographic Focus: Global (North America, Europe, Asia-Pacific).</a:t>
            </a:r>
          </a:p>
          <a:p>
            <a:pPr/>
            <a:r>
              <a:t>Target Returns: 50% IRR, 100+ Unicorns Portfolio wide.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