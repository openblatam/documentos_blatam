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Análisis de Indicadores Financieros del Banco de México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Análisis de Indicadores Financieros del Banco de México</a:t>
            </a:r>
          </a:p>
          <a:p>
            <a:r>
              <a:t>Secciones: 22</a:t>
            </a:r>
          </a:p>
          <a:p>
            <a:r>
              <a:t>Tablas: 2</a:t>
            </a:r>
          </a:p>
          <a:p>
            <a:r>
              <a:t>Palabras: 2,281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alisis_Financiero_Banxico_dashboard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alisis_Financiero_Banxico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alisis_Financiero_Banxico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Indicadores Financieros del Banco de 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 Integrador - Fundamentos de Finanzas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 RECOPILACIÓN DE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Índice Nacional de Precios al Consumidor (INPC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Visita: https://www.banxico.org.mx/SieInternet/consultarDirectorioInternetAction.do?sector=8&amp;accion=consultarDirectorioCuadros&amp;locale=es</a:t>
            </a:r>
          </a:p>
          <a:p>
            <a:pPr/>
            <a:r>
              <a:t>2. En la sección "Inflación", selecciona "Inflación anual" (marca con palomita )</a:t>
            </a:r>
          </a:p>
          <a:p>
            <a:pPr/>
            <a:r>
              <a:t>3. Presiona el botón "Exportar series"</a:t>
            </a:r>
          </a:p>
          <a:p>
            <a:pPr/>
            <a:r>
              <a:t>4. En el archivo Excel, localiza la columna: **"Índice Nacional de Precios al Consumidor, variación anual"**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Tipo de Cambio Peso-Dólar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Visita: https://www.banxico.org.mx/SieInternet/consultarDirectorioInternetAction.do?sector=23&amp;accion=consultarCuadro&amp;idCuadro=CF372&amp;locale=es</a:t>
            </a:r>
          </a:p>
          <a:p>
            <a:pPr/>
            <a:r>
              <a:t>2. Selecciona (con palomita ): **"Tipo de cambio peso dólar desde 1954 1/"**</a:t>
            </a:r>
          </a:p>
          <a:p>
            <a:pPr/>
            <a:r>
              <a:t>3. Presiona el botón "Exportar series"</a:t>
            </a:r>
          </a:p>
          <a:p>
            <a:pPr/>
            <a:r>
              <a:t>4. En el archivo Excel, identifica la columna: **"Serie histórica del tipo de cambio, Tipo de cambio peso dólar desde 1954"**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Tasa de Interés (TIIE a 28 días)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Visita: https://www.banxico.org.mx/SieInternet/consultarDirectorioInternetAction.do?sector=18&amp;accion=consultarCuadroAnalitico&amp;idCuadro=CA51&amp;locale=es</a:t>
            </a:r>
          </a:p>
          <a:p>
            <a:pPr/>
            <a:r>
              <a:t>2. Presiona el botón "Exportar series"</a:t>
            </a:r>
          </a:p>
          <a:p>
            <a:pPr/>
            <a:r>
              <a:t>3. En el archivo Excel, identifica la columna: **"TIIE a 28 días, Tasa de interés en por ciento anual"**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Divisas Internacionales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Visita: https://www.banxico.org.mx/SieInternet/consultarDirectorioInternetAction.do?sector=6&amp;accion=consultarCuadro&amp;idCuadro=CF307&amp;locale=es</a:t>
            </a:r>
          </a:p>
          <a:p>
            <a:pPr/>
            <a:r>
              <a:t>2. Selecciona (con palomita ) las siguientes monedas: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II. ANÁLISIS DE LA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INFLACIÓN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Evolución de la Inflación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