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Guía de Contribución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18F01"/>
                </a:solidFill>
              </a:defRPr>
            </a:pPr>
            <a:r>
              <a:t>Documentación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de Palabras: 1,154</a:t>
            </a:r>
          </a:p>
          <a:p>
            <a:pPr/>
            <a:r>
              <a:t>Total de Secciones: 56</a:t>
            </a:r>
          </a:p>
          <a:p>
            <a:pPr/>
            <a:r>
              <a:t>Bloques de Código: 7</a:t>
            </a:r>
          </a:p>
          <a:p>
            <a:pPr/>
            <a:r>
              <a:t>Legibilidad: 100.0/100</a:t>
            </a:r>
          </a:p>
          <a:p>
            <a:pPr/>
            <a:r>
              <a:t>Complejidad: 21.00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uía_de_Contribución_sec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uía_de_Contribución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uía_de_Contribució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del Documento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🤝 Guía de Contribución - Documentos BLATAM</a:t>
            </a:r>
          </a:p>
          <a:p>
            <a:pPr lvl="1"/>
            <a:r>
              <a:t>  • 📋 Tabla de Contenidos</a:t>
            </a:r>
          </a:p>
          <a:p>
            <a:pPr lvl="1"/>
            <a:r>
              <a:t>  • 🤝 Código de Conducta</a:t>
            </a:r>
          </a:p>
          <a:p>
            <a:pPr lvl="1"/>
            <a:r>
              <a:t>  • 💡 ¿Cómo Puedo Contribuir?</a:t>
            </a:r>
          </a:p>
          <a:p>
            <a:pPr lvl="2"/>
            <a:r>
              <a:t>    • Tipos de Contribuciones</a:t>
            </a:r>
          </a:p>
          <a:p>
            <a:pPr lvl="1"/>
            <a:r>
              <a:t>  • 🔄 Proceso de Contribución</a:t>
            </a:r>
          </a:p>
          <a:p>
            <a:pPr lvl="2"/>
            <a:r>
              <a:t>    • 1. Preparar tu Entorno</a:t>
            </a:r>
          </a:p>
          <a:p>
            <a:pPr/>
            <a:r>
              <a:t>• Clonar el repositorio</a:t>
            </a:r>
          </a:p>
          <a:p>
            <a:pPr/>
            <a:r>
              <a:t>• Crear una rama para tu contribución</a:t>
            </a:r>
          </a:p>
          <a:p>
            <a:pPr/>
            <a:r>
              <a:t>• Instalar dependencias (si aplica)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