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Documentación Principal - Documentos BLATAM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2,181</a:t>
            </a:r>
          </a:p>
          <a:p>
            <a:pPr/>
            <a:r>
              <a:t>Total de Secciones: 74</a:t>
            </a:r>
          </a:p>
          <a:p>
            <a:pPr/>
            <a:r>
              <a:t>Bloques de Código: 5</a:t>
            </a:r>
          </a:p>
          <a:p>
            <a:pPr/>
            <a:r>
              <a:t>Legibilidad: 100.0/100</a:t>
            </a:r>
          </a:p>
          <a:p>
            <a:pPr/>
            <a:r>
              <a:t>Complejidad: 38.00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umentación_Principal_-_Documentos_BLATAM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umentación_Principal_-_Documentos_BLATAM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umentación_Principal_-_Documentos_BLATAM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📚 Documentos BLATAM - Ecosistema Completo de Documentación Empresarial</a:t>
            </a:r>
          </a:p>
          <a:p>
            <a:pPr lvl="1"/>
            <a:r>
              <a:t>  • 🎯 ¿Qué es Documentos BLATAM?</a:t>
            </a:r>
          </a:p>
          <a:p>
            <a:pPr lvl="2"/>
            <a:r>
              <a:t>    • ✨ Características Principales</a:t>
            </a:r>
          </a:p>
          <a:p>
            <a:pPr lvl="2"/>
            <a:r>
              <a:t>    • 🎨 Áreas Cubiertas</a:t>
            </a:r>
          </a:p>
          <a:p>
            <a:pPr lvl="1"/>
            <a:r>
              <a:t>  • 🚀 Inicio Rápido</a:t>
            </a:r>
          </a:p>
          <a:p>
            <a:pPr lvl="2"/>
            <a:r>
              <a:t>    • ⚡ Para Nuevos Usuarios (5 minutos)</a:t>
            </a:r>
          </a:p>
          <a:p>
            <a:pPr/>
            <a:r>
              <a:t>• 1. Clona o navega al repositorio</a:t>
            </a:r>
          </a:p>
          <a:p>
            <a:pPr/>
            <a:r>
              <a:t>• 2. Lee la guía de inicio</a:t>
            </a:r>
          </a:p>
          <a:p>
            <a:pPr/>
            <a:r>
              <a:t>• 3. Explora según tu necesidad</a:t>
            </a:r>
          </a:p>
          <a:p>
            <a:pPr lvl="2"/>
            <a:r>
              <a:t>    • 🎯 Para Casos Específicos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